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0" r:id="rId1"/>
  </p:sldMasterIdLst>
  <p:sldIdLst>
    <p:sldId id="256" r:id="rId2"/>
  </p:sldIdLst>
  <p:sldSz cx="21599525" cy="3275965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Untitled Section" id="{870E2FD3-117E-4102-942C-30AD88A1DEC1}">
          <p14:sldIdLst>
            <p14:sldId id="256"/>
          </p14:sldIdLst>
        </p14:section>
      </p14:sectionLst>
    </p:ext>
    <p:ext uri="{EFAFB233-063F-42B5-8137-9DF3F51BA10A}">
      <p15:sldGuideLst xmlns:p15="http://schemas.microsoft.com/office/powerpoint/2012/main">
        <p15:guide id="1" orient="horz" pos="10318" userDrawn="1">
          <p15:clr>
            <a:srgbClr val="A4A3A4"/>
          </p15:clr>
        </p15:guide>
        <p15:guide id="2" pos="6761"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28282"/>
    <a:srgbClr val="D7F5CD"/>
    <a:srgbClr val="FCDCBF"/>
    <a:srgbClr val="BFE7FF"/>
    <a:srgbClr val="FFCFE7"/>
    <a:srgbClr val="FED67F"/>
    <a:srgbClr val="5F5F5F"/>
    <a:srgbClr val="FFF2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p:scale>
          <a:sx n="16" d="100"/>
          <a:sy n="16" d="100"/>
        </p:scale>
        <p:origin x="2731" y="202"/>
      </p:cViewPr>
      <p:guideLst>
        <p:guide orient="horz" pos="10318"/>
        <p:guide pos="6761"/>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619965" y="5361362"/>
            <a:ext cx="18359596" cy="11405211"/>
          </a:xfrm>
        </p:spPr>
        <p:txBody>
          <a:bodyPr anchor="b"/>
          <a:lstStyle>
            <a:lvl1pPr algn="ctr">
              <a:defRPr sz="14173"/>
            </a:lvl1pPr>
          </a:lstStyle>
          <a:p>
            <a:r>
              <a:rPr lang="en-US"/>
              <a:t>Click to edit Master title style</a:t>
            </a:r>
            <a:endParaRPr lang="en-US" dirty="0"/>
          </a:p>
        </p:txBody>
      </p:sp>
      <p:sp>
        <p:nvSpPr>
          <p:cNvPr id="3" name="Subtitle 2"/>
          <p:cNvSpPr>
            <a:spLocks noGrp="1"/>
          </p:cNvSpPr>
          <p:nvPr>
            <p:ph type="subTitle" idx="1"/>
          </p:nvPr>
        </p:nvSpPr>
        <p:spPr>
          <a:xfrm>
            <a:off x="2699941" y="17206402"/>
            <a:ext cx="16199644" cy="7909330"/>
          </a:xfrm>
        </p:spPr>
        <p:txBody>
          <a:bodyPr/>
          <a:lstStyle>
            <a:lvl1pPr marL="0" indent="0" algn="ctr">
              <a:buNone/>
              <a:defRPr sz="5669"/>
            </a:lvl1pPr>
            <a:lvl2pPr marL="1079998" indent="0" algn="ctr">
              <a:buNone/>
              <a:defRPr sz="4724"/>
            </a:lvl2pPr>
            <a:lvl3pPr marL="2159996" indent="0" algn="ctr">
              <a:buNone/>
              <a:defRPr sz="4252"/>
            </a:lvl3pPr>
            <a:lvl4pPr marL="3239994" indent="0" algn="ctr">
              <a:buNone/>
              <a:defRPr sz="3780"/>
            </a:lvl4pPr>
            <a:lvl5pPr marL="4319991" indent="0" algn="ctr">
              <a:buNone/>
              <a:defRPr sz="3780"/>
            </a:lvl5pPr>
            <a:lvl6pPr marL="5399989" indent="0" algn="ctr">
              <a:buNone/>
              <a:defRPr sz="3780"/>
            </a:lvl6pPr>
            <a:lvl7pPr marL="6479987" indent="0" algn="ctr">
              <a:buNone/>
              <a:defRPr sz="3780"/>
            </a:lvl7pPr>
            <a:lvl8pPr marL="7559985" indent="0" algn="ctr">
              <a:buNone/>
              <a:defRPr sz="3780"/>
            </a:lvl8pPr>
            <a:lvl9pPr marL="8639983" indent="0" algn="ctr">
              <a:buNone/>
              <a:defRPr sz="378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E22DA87-17A3-43A0-B86E-2FCFB6EFBC32}" type="datetimeFigureOut">
              <a:rPr lang="en-IN" smtClean="0"/>
              <a:t>22-04-2024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F033070-D223-4E7B-BBE1-DD4C7F7A138D}" type="slidenum">
              <a:rPr lang="en-IN" smtClean="0"/>
              <a:t>‹#›</a:t>
            </a:fld>
            <a:endParaRPr lang="en-IN"/>
          </a:p>
        </p:txBody>
      </p:sp>
    </p:spTree>
    <p:extLst>
      <p:ext uri="{BB962C8B-B14F-4D97-AF65-F5344CB8AC3E}">
        <p14:creationId xmlns:p14="http://schemas.microsoft.com/office/powerpoint/2010/main" val="2248967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E22DA87-17A3-43A0-B86E-2FCFB6EFBC32}" type="datetimeFigureOut">
              <a:rPr lang="en-IN" smtClean="0"/>
              <a:t>22-04-2024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F033070-D223-4E7B-BBE1-DD4C7F7A138D}" type="slidenum">
              <a:rPr lang="en-IN" smtClean="0"/>
              <a:t>‹#›</a:t>
            </a:fld>
            <a:endParaRPr lang="en-IN"/>
          </a:p>
        </p:txBody>
      </p:sp>
    </p:spTree>
    <p:extLst>
      <p:ext uri="{BB962C8B-B14F-4D97-AF65-F5344CB8AC3E}">
        <p14:creationId xmlns:p14="http://schemas.microsoft.com/office/powerpoint/2010/main" val="32545714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73719" y="8167172"/>
            <a:ext cx="18629590" cy="13627102"/>
          </a:xfrm>
        </p:spPr>
        <p:txBody>
          <a:bodyPr anchor="b"/>
          <a:lstStyle>
            <a:lvl1pPr>
              <a:defRPr sz="14173"/>
            </a:lvl1pPr>
          </a:lstStyle>
          <a:p>
            <a:r>
              <a:rPr lang="en-US"/>
              <a:t>Click to edit Master title style</a:t>
            </a:r>
            <a:endParaRPr lang="en-US" dirty="0"/>
          </a:p>
        </p:txBody>
      </p:sp>
      <p:sp>
        <p:nvSpPr>
          <p:cNvPr id="3" name="Text Placeholder 2"/>
          <p:cNvSpPr>
            <a:spLocks noGrp="1"/>
          </p:cNvSpPr>
          <p:nvPr>
            <p:ph type="body" idx="1"/>
          </p:nvPr>
        </p:nvSpPr>
        <p:spPr>
          <a:xfrm>
            <a:off x="1473719" y="21923192"/>
            <a:ext cx="18629590" cy="7166171"/>
          </a:xfrm>
        </p:spPr>
        <p:txBody>
          <a:bodyPr/>
          <a:lstStyle>
            <a:lvl1pPr marL="0" indent="0">
              <a:buNone/>
              <a:defRPr sz="5669">
                <a:solidFill>
                  <a:schemeClr val="tx1"/>
                </a:solidFill>
              </a:defRPr>
            </a:lvl1pPr>
            <a:lvl2pPr marL="1079998" indent="0">
              <a:buNone/>
              <a:defRPr sz="4724">
                <a:solidFill>
                  <a:schemeClr val="tx1">
                    <a:tint val="75000"/>
                  </a:schemeClr>
                </a:solidFill>
              </a:defRPr>
            </a:lvl2pPr>
            <a:lvl3pPr marL="2159996" indent="0">
              <a:buNone/>
              <a:defRPr sz="4252">
                <a:solidFill>
                  <a:schemeClr val="tx1">
                    <a:tint val="75000"/>
                  </a:schemeClr>
                </a:solidFill>
              </a:defRPr>
            </a:lvl3pPr>
            <a:lvl4pPr marL="3239994" indent="0">
              <a:buNone/>
              <a:defRPr sz="3780">
                <a:solidFill>
                  <a:schemeClr val="tx1">
                    <a:tint val="75000"/>
                  </a:schemeClr>
                </a:solidFill>
              </a:defRPr>
            </a:lvl4pPr>
            <a:lvl5pPr marL="4319991" indent="0">
              <a:buNone/>
              <a:defRPr sz="3780">
                <a:solidFill>
                  <a:schemeClr val="tx1">
                    <a:tint val="75000"/>
                  </a:schemeClr>
                </a:solidFill>
              </a:defRPr>
            </a:lvl5pPr>
            <a:lvl6pPr marL="5399989" indent="0">
              <a:buNone/>
              <a:defRPr sz="3780">
                <a:solidFill>
                  <a:schemeClr val="tx1">
                    <a:tint val="75000"/>
                  </a:schemeClr>
                </a:solidFill>
              </a:defRPr>
            </a:lvl6pPr>
            <a:lvl7pPr marL="6479987" indent="0">
              <a:buNone/>
              <a:defRPr sz="3780">
                <a:solidFill>
                  <a:schemeClr val="tx1">
                    <a:tint val="75000"/>
                  </a:schemeClr>
                </a:solidFill>
              </a:defRPr>
            </a:lvl7pPr>
            <a:lvl8pPr marL="7559985" indent="0">
              <a:buNone/>
              <a:defRPr sz="3780">
                <a:solidFill>
                  <a:schemeClr val="tx1">
                    <a:tint val="75000"/>
                  </a:schemeClr>
                </a:solidFill>
              </a:defRPr>
            </a:lvl8pPr>
            <a:lvl9pPr marL="8639983" indent="0">
              <a:buNone/>
              <a:defRPr sz="378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3E22DA87-17A3-43A0-B86E-2FCFB6EFBC32}" type="datetimeFigureOut">
              <a:rPr lang="en-IN" smtClean="0"/>
              <a:t>22-04-2024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F033070-D223-4E7B-BBE1-DD4C7F7A138D}" type="slidenum">
              <a:rPr lang="en-IN" smtClean="0"/>
              <a:t>‹#›</a:t>
            </a:fld>
            <a:endParaRPr lang="en-IN"/>
          </a:p>
        </p:txBody>
      </p:sp>
    </p:spTree>
    <p:extLst>
      <p:ext uri="{BB962C8B-B14F-4D97-AF65-F5344CB8AC3E}">
        <p14:creationId xmlns:p14="http://schemas.microsoft.com/office/powerpoint/2010/main" val="31034640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484967" y="8720740"/>
            <a:ext cx="9179798" cy="2078569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10934760" y="8720740"/>
            <a:ext cx="9179798" cy="2078569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E22DA87-17A3-43A0-B86E-2FCFB6EFBC32}" type="datetimeFigureOut">
              <a:rPr lang="en-IN" smtClean="0"/>
              <a:t>22-04-2024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F033070-D223-4E7B-BBE1-DD4C7F7A138D}" type="slidenum">
              <a:rPr lang="en-IN" smtClean="0"/>
              <a:t>‹#›</a:t>
            </a:fld>
            <a:endParaRPr lang="en-IN"/>
          </a:p>
        </p:txBody>
      </p:sp>
    </p:spTree>
    <p:extLst>
      <p:ext uri="{BB962C8B-B14F-4D97-AF65-F5344CB8AC3E}">
        <p14:creationId xmlns:p14="http://schemas.microsoft.com/office/powerpoint/2010/main" val="29011075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87781" y="1744155"/>
            <a:ext cx="18629590" cy="6332018"/>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87783" y="8030666"/>
            <a:ext cx="9137610" cy="3935706"/>
          </a:xfrm>
        </p:spPr>
        <p:txBody>
          <a:bodyPr anchor="b"/>
          <a:lstStyle>
            <a:lvl1pPr marL="0" indent="0">
              <a:buNone/>
              <a:defRPr sz="5669" b="1"/>
            </a:lvl1pPr>
            <a:lvl2pPr marL="1079998" indent="0">
              <a:buNone/>
              <a:defRPr sz="4724" b="1"/>
            </a:lvl2pPr>
            <a:lvl3pPr marL="2159996" indent="0">
              <a:buNone/>
              <a:defRPr sz="4252" b="1"/>
            </a:lvl3pPr>
            <a:lvl4pPr marL="3239994" indent="0">
              <a:buNone/>
              <a:defRPr sz="3780" b="1"/>
            </a:lvl4pPr>
            <a:lvl5pPr marL="4319991" indent="0">
              <a:buNone/>
              <a:defRPr sz="3780" b="1"/>
            </a:lvl5pPr>
            <a:lvl6pPr marL="5399989" indent="0">
              <a:buNone/>
              <a:defRPr sz="3780" b="1"/>
            </a:lvl6pPr>
            <a:lvl7pPr marL="6479987" indent="0">
              <a:buNone/>
              <a:defRPr sz="3780" b="1"/>
            </a:lvl7pPr>
            <a:lvl8pPr marL="7559985" indent="0">
              <a:buNone/>
              <a:defRPr sz="3780" b="1"/>
            </a:lvl8pPr>
            <a:lvl9pPr marL="8639983" indent="0">
              <a:buNone/>
              <a:defRPr sz="3780" b="1"/>
            </a:lvl9pPr>
          </a:lstStyle>
          <a:p>
            <a:pPr lvl="0"/>
            <a:r>
              <a:rPr lang="en-US"/>
              <a:t>Edit Master text styles</a:t>
            </a:r>
          </a:p>
        </p:txBody>
      </p:sp>
      <p:sp>
        <p:nvSpPr>
          <p:cNvPr id="4" name="Content Placeholder 3"/>
          <p:cNvSpPr>
            <a:spLocks noGrp="1"/>
          </p:cNvSpPr>
          <p:nvPr>
            <p:ph sz="half" idx="2"/>
          </p:nvPr>
        </p:nvSpPr>
        <p:spPr>
          <a:xfrm>
            <a:off x="1487783" y="11966372"/>
            <a:ext cx="9137610" cy="1760073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10934761" y="8030666"/>
            <a:ext cx="9182611" cy="3935706"/>
          </a:xfrm>
        </p:spPr>
        <p:txBody>
          <a:bodyPr anchor="b"/>
          <a:lstStyle>
            <a:lvl1pPr marL="0" indent="0">
              <a:buNone/>
              <a:defRPr sz="5669" b="1"/>
            </a:lvl1pPr>
            <a:lvl2pPr marL="1079998" indent="0">
              <a:buNone/>
              <a:defRPr sz="4724" b="1"/>
            </a:lvl2pPr>
            <a:lvl3pPr marL="2159996" indent="0">
              <a:buNone/>
              <a:defRPr sz="4252" b="1"/>
            </a:lvl3pPr>
            <a:lvl4pPr marL="3239994" indent="0">
              <a:buNone/>
              <a:defRPr sz="3780" b="1"/>
            </a:lvl4pPr>
            <a:lvl5pPr marL="4319991" indent="0">
              <a:buNone/>
              <a:defRPr sz="3780" b="1"/>
            </a:lvl5pPr>
            <a:lvl6pPr marL="5399989" indent="0">
              <a:buNone/>
              <a:defRPr sz="3780" b="1"/>
            </a:lvl6pPr>
            <a:lvl7pPr marL="6479987" indent="0">
              <a:buNone/>
              <a:defRPr sz="3780" b="1"/>
            </a:lvl7pPr>
            <a:lvl8pPr marL="7559985" indent="0">
              <a:buNone/>
              <a:defRPr sz="3780" b="1"/>
            </a:lvl8pPr>
            <a:lvl9pPr marL="8639983" indent="0">
              <a:buNone/>
              <a:defRPr sz="3780" b="1"/>
            </a:lvl9pPr>
          </a:lstStyle>
          <a:p>
            <a:pPr lvl="0"/>
            <a:r>
              <a:rPr lang="en-US"/>
              <a:t>Edit Master text styles</a:t>
            </a:r>
          </a:p>
        </p:txBody>
      </p:sp>
      <p:sp>
        <p:nvSpPr>
          <p:cNvPr id="6" name="Content Placeholder 5"/>
          <p:cNvSpPr>
            <a:spLocks noGrp="1"/>
          </p:cNvSpPr>
          <p:nvPr>
            <p:ph sz="quarter" idx="4"/>
          </p:nvPr>
        </p:nvSpPr>
        <p:spPr>
          <a:xfrm>
            <a:off x="10934761" y="11966372"/>
            <a:ext cx="9182611" cy="1760073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E22DA87-17A3-43A0-B86E-2FCFB6EFBC32}" type="datetimeFigureOut">
              <a:rPr lang="en-IN" smtClean="0"/>
              <a:t>22-04-2024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4F033070-D223-4E7B-BBE1-DD4C7F7A138D}" type="slidenum">
              <a:rPr lang="en-IN" smtClean="0"/>
              <a:t>‹#›</a:t>
            </a:fld>
            <a:endParaRPr lang="en-IN"/>
          </a:p>
        </p:txBody>
      </p:sp>
    </p:spTree>
    <p:extLst>
      <p:ext uri="{BB962C8B-B14F-4D97-AF65-F5344CB8AC3E}">
        <p14:creationId xmlns:p14="http://schemas.microsoft.com/office/powerpoint/2010/main" val="40757164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E22DA87-17A3-43A0-B86E-2FCFB6EFBC32}" type="datetimeFigureOut">
              <a:rPr lang="en-IN" smtClean="0"/>
              <a:t>22-04-2024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4F033070-D223-4E7B-BBE1-DD4C7F7A138D}" type="slidenum">
              <a:rPr lang="en-IN" smtClean="0"/>
              <a:t>‹#›</a:t>
            </a:fld>
            <a:endParaRPr lang="en-IN"/>
          </a:p>
        </p:txBody>
      </p:sp>
    </p:spTree>
    <p:extLst>
      <p:ext uri="{BB962C8B-B14F-4D97-AF65-F5344CB8AC3E}">
        <p14:creationId xmlns:p14="http://schemas.microsoft.com/office/powerpoint/2010/main" val="6531211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E22DA87-17A3-43A0-B86E-2FCFB6EFBC32}" type="datetimeFigureOut">
              <a:rPr lang="en-IN" smtClean="0"/>
              <a:t>22-04-2024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4F033070-D223-4E7B-BBE1-DD4C7F7A138D}" type="slidenum">
              <a:rPr lang="en-IN" smtClean="0"/>
              <a:t>‹#›</a:t>
            </a:fld>
            <a:endParaRPr lang="en-IN"/>
          </a:p>
        </p:txBody>
      </p:sp>
    </p:spTree>
    <p:extLst>
      <p:ext uri="{BB962C8B-B14F-4D97-AF65-F5344CB8AC3E}">
        <p14:creationId xmlns:p14="http://schemas.microsoft.com/office/powerpoint/2010/main" val="19979816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7781" y="2183977"/>
            <a:ext cx="6966409" cy="7643918"/>
          </a:xfrm>
        </p:spPr>
        <p:txBody>
          <a:bodyPr anchor="b"/>
          <a:lstStyle>
            <a:lvl1pPr>
              <a:defRPr sz="7559"/>
            </a:lvl1pPr>
          </a:lstStyle>
          <a:p>
            <a:r>
              <a:rPr lang="en-US"/>
              <a:t>Click to edit Master title style</a:t>
            </a:r>
            <a:endParaRPr lang="en-US" dirty="0"/>
          </a:p>
        </p:txBody>
      </p:sp>
      <p:sp>
        <p:nvSpPr>
          <p:cNvPr id="3" name="Content Placeholder 2"/>
          <p:cNvSpPr>
            <a:spLocks noGrp="1"/>
          </p:cNvSpPr>
          <p:nvPr>
            <p:ph idx="1"/>
          </p:nvPr>
        </p:nvSpPr>
        <p:spPr>
          <a:xfrm>
            <a:off x="9182611" y="4716790"/>
            <a:ext cx="10934760" cy="23280585"/>
          </a:xfrm>
        </p:spPr>
        <p:txBody>
          <a:bodyPr/>
          <a:lstStyle>
            <a:lvl1pPr>
              <a:defRPr sz="7559"/>
            </a:lvl1pPr>
            <a:lvl2pPr>
              <a:defRPr sz="6614"/>
            </a:lvl2pPr>
            <a:lvl3pPr>
              <a:defRPr sz="5669"/>
            </a:lvl3pPr>
            <a:lvl4pPr>
              <a:defRPr sz="4724"/>
            </a:lvl4pPr>
            <a:lvl5pPr>
              <a:defRPr sz="4724"/>
            </a:lvl5pPr>
            <a:lvl6pPr>
              <a:defRPr sz="4724"/>
            </a:lvl6pPr>
            <a:lvl7pPr>
              <a:defRPr sz="4724"/>
            </a:lvl7pPr>
            <a:lvl8pPr>
              <a:defRPr sz="4724"/>
            </a:lvl8pPr>
            <a:lvl9pPr>
              <a:defRPr sz="4724"/>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87781" y="9827895"/>
            <a:ext cx="6966409" cy="18207391"/>
          </a:xfrm>
        </p:spPr>
        <p:txBody>
          <a:bodyPr/>
          <a:lstStyle>
            <a:lvl1pPr marL="0" indent="0">
              <a:buNone/>
              <a:defRPr sz="3780"/>
            </a:lvl1pPr>
            <a:lvl2pPr marL="1079998" indent="0">
              <a:buNone/>
              <a:defRPr sz="3307"/>
            </a:lvl2pPr>
            <a:lvl3pPr marL="2159996" indent="0">
              <a:buNone/>
              <a:defRPr sz="2835"/>
            </a:lvl3pPr>
            <a:lvl4pPr marL="3239994" indent="0">
              <a:buNone/>
              <a:defRPr sz="2362"/>
            </a:lvl4pPr>
            <a:lvl5pPr marL="4319991" indent="0">
              <a:buNone/>
              <a:defRPr sz="2362"/>
            </a:lvl5pPr>
            <a:lvl6pPr marL="5399989" indent="0">
              <a:buNone/>
              <a:defRPr sz="2362"/>
            </a:lvl6pPr>
            <a:lvl7pPr marL="6479987" indent="0">
              <a:buNone/>
              <a:defRPr sz="2362"/>
            </a:lvl7pPr>
            <a:lvl8pPr marL="7559985" indent="0">
              <a:buNone/>
              <a:defRPr sz="2362"/>
            </a:lvl8pPr>
            <a:lvl9pPr marL="8639983" indent="0">
              <a:buNone/>
              <a:defRPr sz="2362"/>
            </a:lvl9pPr>
          </a:lstStyle>
          <a:p>
            <a:pPr lvl="0"/>
            <a:r>
              <a:rPr lang="en-US"/>
              <a:t>Edit Master text styles</a:t>
            </a:r>
          </a:p>
        </p:txBody>
      </p:sp>
      <p:sp>
        <p:nvSpPr>
          <p:cNvPr id="5" name="Date Placeholder 4"/>
          <p:cNvSpPr>
            <a:spLocks noGrp="1"/>
          </p:cNvSpPr>
          <p:nvPr>
            <p:ph type="dt" sz="half" idx="10"/>
          </p:nvPr>
        </p:nvSpPr>
        <p:spPr/>
        <p:txBody>
          <a:bodyPr/>
          <a:lstStyle/>
          <a:p>
            <a:fld id="{3E22DA87-17A3-43A0-B86E-2FCFB6EFBC32}" type="datetimeFigureOut">
              <a:rPr lang="en-IN" smtClean="0"/>
              <a:t>22-04-2024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F033070-D223-4E7B-BBE1-DD4C7F7A138D}" type="slidenum">
              <a:rPr lang="en-IN" smtClean="0"/>
              <a:t>‹#›</a:t>
            </a:fld>
            <a:endParaRPr lang="en-IN"/>
          </a:p>
        </p:txBody>
      </p:sp>
    </p:spTree>
    <p:extLst>
      <p:ext uri="{BB962C8B-B14F-4D97-AF65-F5344CB8AC3E}">
        <p14:creationId xmlns:p14="http://schemas.microsoft.com/office/powerpoint/2010/main" val="4747927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7781" y="2183977"/>
            <a:ext cx="6966409" cy="7643918"/>
          </a:xfrm>
        </p:spPr>
        <p:txBody>
          <a:bodyPr anchor="b"/>
          <a:lstStyle>
            <a:lvl1pPr>
              <a:defRPr sz="7559"/>
            </a:lvl1pPr>
          </a:lstStyle>
          <a:p>
            <a:r>
              <a:rPr lang="en-US"/>
              <a:t>Click to edit Master title style</a:t>
            </a:r>
            <a:endParaRPr lang="en-US" dirty="0"/>
          </a:p>
        </p:txBody>
      </p:sp>
      <p:sp>
        <p:nvSpPr>
          <p:cNvPr id="3" name="Picture Placeholder 2"/>
          <p:cNvSpPr>
            <a:spLocks noGrp="1" noChangeAspect="1"/>
          </p:cNvSpPr>
          <p:nvPr>
            <p:ph type="pic" idx="1"/>
          </p:nvPr>
        </p:nvSpPr>
        <p:spPr>
          <a:xfrm>
            <a:off x="9182611" y="4716790"/>
            <a:ext cx="10934760" cy="23280585"/>
          </a:xfrm>
        </p:spPr>
        <p:txBody>
          <a:bodyPr anchor="t"/>
          <a:lstStyle>
            <a:lvl1pPr marL="0" indent="0">
              <a:buNone/>
              <a:defRPr sz="7559"/>
            </a:lvl1pPr>
            <a:lvl2pPr marL="1079998" indent="0">
              <a:buNone/>
              <a:defRPr sz="6614"/>
            </a:lvl2pPr>
            <a:lvl3pPr marL="2159996" indent="0">
              <a:buNone/>
              <a:defRPr sz="5669"/>
            </a:lvl3pPr>
            <a:lvl4pPr marL="3239994" indent="0">
              <a:buNone/>
              <a:defRPr sz="4724"/>
            </a:lvl4pPr>
            <a:lvl5pPr marL="4319991" indent="0">
              <a:buNone/>
              <a:defRPr sz="4724"/>
            </a:lvl5pPr>
            <a:lvl6pPr marL="5399989" indent="0">
              <a:buNone/>
              <a:defRPr sz="4724"/>
            </a:lvl6pPr>
            <a:lvl7pPr marL="6479987" indent="0">
              <a:buNone/>
              <a:defRPr sz="4724"/>
            </a:lvl7pPr>
            <a:lvl8pPr marL="7559985" indent="0">
              <a:buNone/>
              <a:defRPr sz="4724"/>
            </a:lvl8pPr>
            <a:lvl9pPr marL="8639983" indent="0">
              <a:buNone/>
              <a:defRPr sz="4724"/>
            </a:lvl9pPr>
          </a:lstStyle>
          <a:p>
            <a:r>
              <a:rPr lang="en-US"/>
              <a:t>Click icon to add picture</a:t>
            </a:r>
            <a:endParaRPr lang="en-US" dirty="0"/>
          </a:p>
        </p:txBody>
      </p:sp>
      <p:sp>
        <p:nvSpPr>
          <p:cNvPr id="4" name="Text Placeholder 3"/>
          <p:cNvSpPr>
            <a:spLocks noGrp="1"/>
          </p:cNvSpPr>
          <p:nvPr>
            <p:ph type="body" sz="half" idx="2"/>
          </p:nvPr>
        </p:nvSpPr>
        <p:spPr>
          <a:xfrm>
            <a:off x="1487781" y="9827895"/>
            <a:ext cx="6966409" cy="18207391"/>
          </a:xfrm>
        </p:spPr>
        <p:txBody>
          <a:bodyPr/>
          <a:lstStyle>
            <a:lvl1pPr marL="0" indent="0">
              <a:buNone/>
              <a:defRPr sz="3780"/>
            </a:lvl1pPr>
            <a:lvl2pPr marL="1079998" indent="0">
              <a:buNone/>
              <a:defRPr sz="3307"/>
            </a:lvl2pPr>
            <a:lvl3pPr marL="2159996" indent="0">
              <a:buNone/>
              <a:defRPr sz="2835"/>
            </a:lvl3pPr>
            <a:lvl4pPr marL="3239994" indent="0">
              <a:buNone/>
              <a:defRPr sz="2362"/>
            </a:lvl4pPr>
            <a:lvl5pPr marL="4319991" indent="0">
              <a:buNone/>
              <a:defRPr sz="2362"/>
            </a:lvl5pPr>
            <a:lvl6pPr marL="5399989" indent="0">
              <a:buNone/>
              <a:defRPr sz="2362"/>
            </a:lvl6pPr>
            <a:lvl7pPr marL="6479987" indent="0">
              <a:buNone/>
              <a:defRPr sz="2362"/>
            </a:lvl7pPr>
            <a:lvl8pPr marL="7559985" indent="0">
              <a:buNone/>
              <a:defRPr sz="2362"/>
            </a:lvl8pPr>
            <a:lvl9pPr marL="8639983" indent="0">
              <a:buNone/>
              <a:defRPr sz="2362"/>
            </a:lvl9pPr>
          </a:lstStyle>
          <a:p>
            <a:pPr lvl="0"/>
            <a:r>
              <a:rPr lang="en-US"/>
              <a:t>Edit Master text styles</a:t>
            </a:r>
          </a:p>
        </p:txBody>
      </p:sp>
      <p:sp>
        <p:nvSpPr>
          <p:cNvPr id="5" name="Date Placeholder 4"/>
          <p:cNvSpPr>
            <a:spLocks noGrp="1"/>
          </p:cNvSpPr>
          <p:nvPr>
            <p:ph type="dt" sz="half" idx="10"/>
          </p:nvPr>
        </p:nvSpPr>
        <p:spPr/>
        <p:txBody>
          <a:bodyPr/>
          <a:lstStyle/>
          <a:p>
            <a:fld id="{3E22DA87-17A3-43A0-B86E-2FCFB6EFBC32}" type="datetimeFigureOut">
              <a:rPr lang="en-IN" smtClean="0"/>
              <a:t>22-04-2024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F033070-D223-4E7B-BBE1-DD4C7F7A138D}" type="slidenum">
              <a:rPr lang="en-IN" smtClean="0"/>
              <a:t>‹#›</a:t>
            </a:fld>
            <a:endParaRPr lang="en-IN"/>
          </a:p>
        </p:txBody>
      </p:sp>
    </p:spTree>
    <p:extLst>
      <p:ext uri="{BB962C8B-B14F-4D97-AF65-F5344CB8AC3E}">
        <p14:creationId xmlns:p14="http://schemas.microsoft.com/office/powerpoint/2010/main" val="827440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E22DA87-17A3-43A0-B86E-2FCFB6EFBC32}" type="datetimeFigureOut">
              <a:rPr lang="en-IN" smtClean="0"/>
              <a:t>22-04-2024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F033070-D223-4E7B-BBE1-DD4C7F7A138D}" type="slidenum">
              <a:rPr lang="en-IN" smtClean="0"/>
              <a:t>‹#›</a:t>
            </a:fld>
            <a:endParaRPr lang="en-IN"/>
          </a:p>
        </p:txBody>
      </p:sp>
    </p:spTree>
    <p:extLst>
      <p:ext uri="{BB962C8B-B14F-4D97-AF65-F5344CB8AC3E}">
        <p14:creationId xmlns:p14="http://schemas.microsoft.com/office/powerpoint/2010/main" val="4508990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5457161" y="1744148"/>
            <a:ext cx="4657398" cy="27762289"/>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484968" y="1744148"/>
            <a:ext cx="13702199" cy="27762289"/>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E22DA87-17A3-43A0-B86E-2FCFB6EFBC32}" type="datetimeFigureOut">
              <a:rPr lang="en-IN" smtClean="0"/>
              <a:t>22-04-2024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F033070-D223-4E7B-BBE1-DD4C7F7A138D}" type="slidenum">
              <a:rPr lang="en-IN" smtClean="0"/>
              <a:t>‹#›</a:t>
            </a:fld>
            <a:endParaRPr lang="en-IN"/>
          </a:p>
        </p:txBody>
      </p:sp>
    </p:spTree>
    <p:extLst>
      <p:ext uri="{BB962C8B-B14F-4D97-AF65-F5344CB8AC3E}">
        <p14:creationId xmlns:p14="http://schemas.microsoft.com/office/powerpoint/2010/main" val="14893246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484968" y="1744155"/>
            <a:ext cx="18629590" cy="633201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84968" y="8720740"/>
            <a:ext cx="18629590" cy="20785697"/>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484967" y="30363349"/>
            <a:ext cx="4859893" cy="1744148"/>
          </a:xfrm>
          <a:prstGeom prst="rect">
            <a:avLst/>
          </a:prstGeom>
        </p:spPr>
        <p:txBody>
          <a:bodyPr vert="horz" lIns="91440" tIns="45720" rIns="91440" bIns="45720" rtlCol="0" anchor="ctr"/>
          <a:lstStyle>
            <a:lvl1pPr algn="l">
              <a:defRPr sz="2835">
                <a:solidFill>
                  <a:schemeClr val="tx1">
                    <a:tint val="75000"/>
                  </a:schemeClr>
                </a:solidFill>
              </a:defRPr>
            </a:lvl1pPr>
          </a:lstStyle>
          <a:p>
            <a:fld id="{3E22DA87-17A3-43A0-B86E-2FCFB6EFBC32}" type="datetimeFigureOut">
              <a:rPr lang="en-IN" smtClean="0"/>
              <a:t>22-04-2024</a:t>
            </a:fld>
            <a:endParaRPr lang="en-IN"/>
          </a:p>
        </p:txBody>
      </p:sp>
      <p:sp>
        <p:nvSpPr>
          <p:cNvPr id="5" name="Footer Placeholder 4"/>
          <p:cNvSpPr>
            <a:spLocks noGrp="1"/>
          </p:cNvSpPr>
          <p:nvPr>
            <p:ph type="ftr" sz="quarter" idx="3"/>
          </p:nvPr>
        </p:nvSpPr>
        <p:spPr>
          <a:xfrm>
            <a:off x="7154843" y="30363349"/>
            <a:ext cx="7289840" cy="1744148"/>
          </a:xfrm>
          <a:prstGeom prst="rect">
            <a:avLst/>
          </a:prstGeom>
        </p:spPr>
        <p:txBody>
          <a:bodyPr vert="horz" lIns="91440" tIns="45720" rIns="91440" bIns="45720" rtlCol="0" anchor="ctr"/>
          <a:lstStyle>
            <a:lvl1pPr algn="ctr">
              <a:defRPr sz="2835">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15254665" y="30363349"/>
            <a:ext cx="4859893" cy="1744148"/>
          </a:xfrm>
          <a:prstGeom prst="rect">
            <a:avLst/>
          </a:prstGeom>
        </p:spPr>
        <p:txBody>
          <a:bodyPr vert="horz" lIns="91440" tIns="45720" rIns="91440" bIns="45720" rtlCol="0" anchor="ctr"/>
          <a:lstStyle>
            <a:lvl1pPr algn="r">
              <a:defRPr sz="2835">
                <a:solidFill>
                  <a:schemeClr val="tx1">
                    <a:tint val="75000"/>
                  </a:schemeClr>
                </a:solidFill>
              </a:defRPr>
            </a:lvl1pPr>
          </a:lstStyle>
          <a:p>
            <a:fld id="{4F033070-D223-4E7B-BBE1-DD4C7F7A138D}" type="slidenum">
              <a:rPr lang="en-IN" smtClean="0"/>
              <a:t>‹#›</a:t>
            </a:fld>
            <a:endParaRPr lang="en-IN"/>
          </a:p>
        </p:txBody>
      </p:sp>
    </p:spTree>
    <p:extLst>
      <p:ext uri="{BB962C8B-B14F-4D97-AF65-F5344CB8AC3E}">
        <p14:creationId xmlns:p14="http://schemas.microsoft.com/office/powerpoint/2010/main" val="200559754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2159996" rtl="0" eaLnBrk="1" latinLnBrk="0" hangingPunct="1">
        <a:lnSpc>
          <a:spcPct val="90000"/>
        </a:lnSpc>
        <a:spcBef>
          <a:spcPct val="0"/>
        </a:spcBef>
        <a:buNone/>
        <a:defRPr sz="10394" kern="1200">
          <a:solidFill>
            <a:schemeClr val="tx1"/>
          </a:solidFill>
          <a:latin typeface="+mj-lt"/>
          <a:ea typeface="+mj-ea"/>
          <a:cs typeface="+mj-cs"/>
        </a:defRPr>
      </a:lvl1pPr>
    </p:titleStyle>
    <p:bodyStyle>
      <a:lvl1pPr marL="539999" indent="-539999" algn="l" defTabSz="2159996" rtl="0" eaLnBrk="1" latinLnBrk="0" hangingPunct="1">
        <a:lnSpc>
          <a:spcPct val="90000"/>
        </a:lnSpc>
        <a:spcBef>
          <a:spcPts val="2362"/>
        </a:spcBef>
        <a:buFont typeface="Arial" panose="020B0604020202020204" pitchFamily="34" charset="0"/>
        <a:buChar char="•"/>
        <a:defRPr sz="6614" kern="1200">
          <a:solidFill>
            <a:schemeClr val="tx1"/>
          </a:solidFill>
          <a:latin typeface="+mn-lt"/>
          <a:ea typeface="+mn-ea"/>
          <a:cs typeface="+mn-cs"/>
        </a:defRPr>
      </a:lvl1pPr>
      <a:lvl2pPr marL="1619997" indent="-539999" algn="l" defTabSz="2159996" rtl="0" eaLnBrk="1" latinLnBrk="0" hangingPunct="1">
        <a:lnSpc>
          <a:spcPct val="90000"/>
        </a:lnSpc>
        <a:spcBef>
          <a:spcPts val="1181"/>
        </a:spcBef>
        <a:buFont typeface="Arial" panose="020B0604020202020204" pitchFamily="34" charset="0"/>
        <a:buChar char="•"/>
        <a:defRPr sz="5669" kern="1200">
          <a:solidFill>
            <a:schemeClr val="tx1"/>
          </a:solidFill>
          <a:latin typeface="+mn-lt"/>
          <a:ea typeface="+mn-ea"/>
          <a:cs typeface="+mn-cs"/>
        </a:defRPr>
      </a:lvl2pPr>
      <a:lvl3pPr marL="2699995" indent="-539999" algn="l" defTabSz="2159996" rtl="0" eaLnBrk="1" latinLnBrk="0" hangingPunct="1">
        <a:lnSpc>
          <a:spcPct val="90000"/>
        </a:lnSpc>
        <a:spcBef>
          <a:spcPts val="1181"/>
        </a:spcBef>
        <a:buFont typeface="Arial" panose="020B0604020202020204" pitchFamily="34" charset="0"/>
        <a:buChar char="•"/>
        <a:defRPr sz="4724" kern="1200">
          <a:solidFill>
            <a:schemeClr val="tx1"/>
          </a:solidFill>
          <a:latin typeface="+mn-lt"/>
          <a:ea typeface="+mn-ea"/>
          <a:cs typeface="+mn-cs"/>
        </a:defRPr>
      </a:lvl3pPr>
      <a:lvl4pPr marL="3779992" indent="-539999" algn="l" defTabSz="2159996" rtl="0" eaLnBrk="1" latinLnBrk="0" hangingPunct="1">
        <a:lnSpc>
          <a:spcPct val="90000"/>
        </a:lnSpc>
        <a:spcBef>
          <a:spcPts val="1181"/>
        </a:spcBef>
        <a:buFont typeface="Arial" panose="020B0604020202020204" pitchFamily="34" charset="0"/>
        <a:buChar char="•"/>
        <a:defRPr sz="4252" kern="1200">
          <a:solidFill>
            <a:schemeClr val="tx1"/>
          </a:solidFill>
          <a:latin typeface="+mn-lt"/>
          <a:ea typeface="+mn-ea"/>
          <a:cs typeface="+mn-cs"/>
        </a:defRPr>
      </a:lvl4pPr>
      <a:lvl5pPr marL="4859990" indent="-539999" algn="l" defTabSz="2159996" rtl="0" eaLnBrk="1" latinLnBrk="0" hangingPunct="1">
        <a:lnSpc>
          <a:spcPct val="90000"/>
        </a:lnSpc>
        <a:spcBef>
          <a:spcPts val="1181"/>
        </a:spcBef>
        <a:buFont typeface="Arial" panose="020B0604020202020204" pitchFamily="34" charset="0"/>
        <a:buChar char="•"/>
        <a:defRPr sz="4252" kern="1200">
          <a:solidFill>
            <a:schemeClr val="tx1"/>
          </a:solidFill>
          <a:latin typeface="+mn-lt"/>
          <a:ea typeface="+mn-ea"/>
          <a:cs typeface="+mn-cs"/>
        </a:defRPr>
      </a:lvl5pPr>
      <a:lvl6pPr marL="5939988" indent="-539999" algn="l" defTabSz="2159996" rtl="0" eaLnBrk="1" latinLnBrk="0" hangingPunct="1">
        <a:lnSpc>
          <a:spcPct val="90000"/>
        </a:lnSpc>
        <a:spcBef>
          <a:spcPts val="1181"/>
        </a:spcBef>
        <a:buFont typeface="Arial" panose="020B0604020202020204" pitchFamily="34" charset="0"/>
        <a:buChar char="•"/>
        <a:defRPr sz="4252" kern="1200">
          <a:solidFill>
            <a:schemeClr val="tx1"/>
          </a:solidFill>
          <a:latin typeface="+mn-lt"/>
          <a:ea typeface="+mn-ea"/>
          <a:cs typeface="+mn-cs"/>
        </a:defRPr>
      </a:lvl6pPr>
      <a:lvl7pPr marL="7019986" indent="-539999" algn="l" defTabSz="2159996" rtl="0" eaLnBrk="1" latinLnBrk="0" hangingPunct="1">
        <a:lnSpc>
          <a:spcPct val="90000"/>
        </a:lnSpc>
        <a:spcBef>
          <a:spcPts val="1181"/>
        </a:spcBef>
        <a:buFont typeface="Arial" panose="020B0604020202020204" pitchFamily="34" charset="0"/>
        <a:buChar char="•"/>
        <a:defRPr sz="4252" kern="1200">
          <a:solidFill>
            <a:schemeClr val="tx1"/>
          </a:solidFill>
          <a:latin typeface="+mn-lt"/>
          <a:ea typeface="+mn-ea"/>
          <a:cs typeface="+mn-cs"/>
        </a:defRPr>
      </a:lvl7pPr>
      <a:lvl8pPr marL="8099984" indent="-539999" algn="l" defTabSz="2159996" rtl="0" eaLnBrk="1" latinLnBrk="0" hangingPunct="1">
        <a:lnSpc>
          <a:spcPct val="90000"/>
        </a:lnSpc>
        <a:spcBef>
          <a:spcPts val="1181"/>
        </a:spcBef>
        <a:buFont typeface="Arial" panose="020B0604020202020204" pitchFamily="34" charset="0"/>
        <a:buChar char="•"/>
        <a:defRPr sz="4252" kern="1200">
          <a:solidFill>
            <a:schemeClr val="tx1"/>
          </a:solidFill>
          <a:latin typeface="+mn-lt"/>
          <a:ea typeface="+mn-ea"/>
          <a:cs typeface="+mn-cs"/>
        </a:defRPr>
      </a:lvl8pPr>
      <a:lvl9pPr marL="9179982" indent="-539999" algn="l" defTabSz="2159996" rtl="0" eaLnBrk="1" latinLnBrk="0" hangingPunct="1">
        <a:lnSpc>
          <a:spcPct val="90000"/>
        </a:lnSpc>
        <a:spcBef>
          <a:spcPts val="1181"/>
        </a:spcBef>
        <a:buFont typeface="Arial" panose="020B0604020202020204" pitchFamily="34" charset="0"/>
        <a:buChar char="•"/>
        <a:defRPr sz="4252" kern="1200">
          <a:solidFill>
            <a:schemeClr val="tx1"/>
          </a:solidFill>
          <a:latin typeface="+mn-lt"/>
          <a:ea typeface="+mn-ea"/>
          <a:cs typeface="+mn-cs"/>
        </a:defRPr>
      </a:lvl9pPr>
    </p:bodyStyle>
    <p:otherStyle>
      <a:defPPr>
        <a:defRPr lang="en-US"/>
      </a:defPPr>
      <a:lvl1pPr marL="0" algn="l" defTabSz="2159996" rtl="0" eaLnBrk="1" latinLnBrk="0" hangingPunct="1">
        <a:defRPr sz="4252" kern="1200">
          <a:solidFill>
            <a:schemeClr val="tx1"/>
          </a:solidFill>
          <a:latin typeface="+mn-lt"/>
          <a:ea typeface="+mn-ea"/>
          <a:cs typeface="+mn-cs"/>
        </a:defRPr>
      </a:lvl1pPr>
      <a:lvl2pPr marL="1079998" algn="l" defTabSz="2159996" rtl="0" eaLnBrk="1" latinLnBrk="0" hangingPunct="1">
        <a:defRPr sz="4252" kern="1200">
          <a:solidFill>
            <a:schemeClr val="tx1"/>
          </a:solidFill>
          <a:latin typeface="+mn-lt"/>
          <a:ea typeface="+mn-ea"/>
          <a:cs typeface="+mn-cs"/>
        </a:defRPr>
      </a:lvl2pPr>
      <a:lvl3pPr marL="2159996" algn="l" defTabSz="2159996" rtl="0" eaLnBrk="1" latinLnBrk="0" hangingPunct="1">
        <a:defRPr sz="4252" kern="1200">
          <a:solidFill>
            <a:schemeClr val="tx1"/>
          </a:solidFill>
          <a:latin typeface="+mn-lt"/>
          <a:ea typeface="+mn-ea"/>
          <a:cs typeface="+mn-cs"/>
        </a:defRPr>
      </a:lvl3pPr>
      <a:lvl4pPr marL="3239994" algn="l" defTabSz="2159996" rtl="0" eaLnBrk="1" latinLnBrk="0" hangingPunct="1">
        <a:defRPr sz="4252" kern="1200">
          <a:solidFill>
            <a:schemeClr val="tx1"/>
          </a:solidFill>
          <a:latin typeface="+mn-lt"/>
          <a:ea typeface="+mn-ea"/>
          <a:cs typeface="+mn-cs"/>
        </a:defRPr>
      </a:lvl4pPr>
      <a:lvl5pPr marL="4319991" algn="l" defTabSz="2159996" rtl="0" eaLnBrk="1" latinLnBrk="0" hangingPunct="1">
        <a:defRPr sz="4252" kern="1200">
          <a:solidFill>
            <a:schemeClr val="tx1"/>
          </a:solidFill>
          <a:latin typeface="+mn-lt"/>
          <a:ea typeface="+mn-ea"/>
          <a:cs typeface="+mn-cs"/>
        </a:defRPr>
      </a:lvl5pPr>
      <a:lvl6pPr marL="5399989" algn="l" defTabSz="2159996" rtl="0" eaLnBrk="1" latinLnBrk="0" hangingPunct="1">
        <a:defRPr sz="4252" kern="1200">
          <a:solidFill>
            <a:schemeClr val="tx1"/>
          </a:solidFill>
          <a:latin typeface="+mn-lt"/>
          <a:ea typeface="+mn-ea"/>
          <a:cs typeface="+mn-cs"/>
        </a:defRPr>
      </a:lvl6pPr>
      <a:lvl7pPr marL="6479987" algn="l" defTabSz="2159996" rtl="0" eaLnBrk="1" latinLnBrk="0" hangingPunct="1">
        <a:defRPr sz="4252" kern="1200">
          <a:solidFill>
            <a:schemeClr val="tx1"/>
          </a:solidFill>
          <a:latin typeface="+mn-lt"/>
          <a:ea typeface="+mn-ea"/>
          <a:cs typeface="+mn-cs"/>
        </a:defRPr>
      </a:lvl7pPr>
      <a:lvl8pPr marL="7559985" algn="l" defTabSz="2159996" rtl="0" eaLnBrk="1" latinLnBrk="0" hangingPunct="1">
        <a:defRPr sz="4252" kern="1200">
          <a:solidFill>
            <a:schemeClr val="tx1"/>
          </a:solidFill>
          <a:latin typeface="+mn-lt"/>
          <a:ea typeface="+mn-ea"/>
          <a:cs typeface="+mn-cs"/>
        </a:defRPr>
      </a:lvl8pPr>
      <a:lvl9pPr marL="8639983" algn="l" defTabSz="2159996" rtl="0" eaLnBrk="1" latinLnBrk="0" hangingPunct="1">
        <a:defRPr sz="4252"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jpe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8002" y="3978186"/>
            <a:ext cx="21571523" cy="6074795"/>
          </a:xfrm>
          <a:prstGeom prst="rect">
            <a:avLst/>
          </a:prstGeom>
          <a:solidFill>
            <a:srgbClr val="FED67F"/>
          </a:solidFill>
          <a:ln>
            <a:noFill/>
          </a:ln>
        </p:spPr>
        <p:style>
          <a:lnRef idx="3">
            <a:schemeClr val="lt1"/>
          </a:lnRef>
          <a:fillRef idx="1">
            <a:schemeClr val="accent4"/>
          </a:fillRef>
          <a:effectRef idx="1">
            <a:schemeClr val="accent4"/>
          </a:effectRef>
          <a:fontRef idx="minor">
            <a:schemeClr val="lt1"/>
          </a:fontRef>
        </p:style>
        <p:txBody>
          <a:bodyPr rtlCol="0" anchor="ctr"/>
          <a:lstStyle/>
          <a:p>
            <a:pPr algn="ctr"/>
            <a:endParaRPr lang="en-IN" sz="1791" dirty="0"/>
          </a:p>
        </p:txBody>
      </p:sp>
      <p:sp>
        <p:nvSpPr>
          <p:cNvPr id="5" name="Rectangle 4"/>
          <p:cNvSpPr/>
          <p:nvPr/>
        </p:nvSpPr>
        <p:spPr>
          <a:xfrm>
            <a:off x="-11896" y="10012279"/>
            <a:ext cx="21599525" cy="5796133"/>
          </a:xfrm>
          <a:prstGeom prst="rect">
            <a:avLst/>
          </a:prstGeom>
          <a:solidFill>
            <a:srgbClr val="BFE7FF"/>
          </a:solidFill>
          <a:ln>
            <a:noFill/>
          </a:ln>
        </p:spPr>
        <p:style>
          <a:lnRef idx="3">
            <a:schemeClr val="lt1"/>
          </a:lnRef>
          <a:fillRef idx="1">
            <a:schemeClr val="accent4"/>
          </a:fillRef>
          <a:effectRef idx="1">
            <a:schemeClr val="accent4"/>
          </a:effectRef>
          <a:fontRef idx="minor">
            <a:schemeClr val="lt1"/>
          </a:fontRef>
        </p:style>
        <p:txBody>
          <a:bodyPr rtlCol="0" anchor="ctr"/>
          <a:lstStyle/>
          <a:p>
            <a:pPr algn="ctr"/>
            <a:endParaRPr lang="en-IN" sz="1791" dirty="0"/>
          </a:p>
        </p:txBody>
      </p:sp>
      <p:sp>
        <p:nvSpPr>
          <p:cNvPr id="6" name="Rectangle 5"/>
          <p:cNvSpPr/>
          <p:nvPr/>
        </p:nvSpPr>
        <p:spPr>
          <a:xfrm>
            <a:off x="-1" y="15713131"/>
            <a:ext cx="21599525" cy="6283988"/>
          </a:xfrm>
          <a:prstGeom prst="rect">
            <a:avLst/>
          </a:prstGeom>
          <a:solidFill>
            <a:srgbClr val="FFCFE7"/>
          </a:solidFill>
          <a:ln>
            <a:noFill/>
          </a:ln>
        </p:spPr>
        <p:style>
          <a:lnRef idx="3">
            <a:schemeClr val="lt1"/>
          </a:lnRef>
          <a:fillRef idx="1">
            <a:schemeClr val="accent4"/>
          </a:fillRef>
          <a:effectRef idx="1">
            <a:schemeClr val="accent4"/>
          </a:effectRef>
          <a:fontRef idx="minor">
            <a:schemeClr val="lt1"/>
          </a:fontRef>
        </p:style>
        <p:txBody>
          <a:bodyPr rtlCol="0" anchor="ctr"/>
          <a:lstStyle/>
          <a:p>
            <a:pPr algn="ctr"/>
            <a:endParaRPr lang="en-US" altLang="en-IN" sz="1990" dirty="0">
              <a:latin typeface="Times New Roman" panose="02020603050405020304" pitchFamily="18" charset="0"/>
              <a:cs typeface="Times New Roman" panose="02020603050405020304" pitchFamily="18" charset="0"/>
            </a:endParaRPr>
          </a:p>
        </p:txBody>
      </p:sp>
      <p:sp>
        <p:nvSpPr>
          <p:cNvPr id="7" name="Rectangle 6"/>
          <p:cNvSpPr/>
          <p:nvPr/>
        </p:nvSpPr>
        <p:spPr>
          <a:xfrm>
            <a:off x="0" y="21968050"/>
            <a:ext cx="21627781" cy="5352512"/>
          </a:xfrm>
          <a:prstGeom prst="rect">
            <a:avLst/>
          </a:prstGeom>
          <a:solidFill>
            <a:srgbClr val="FCDCBF"/>
          </a:solidFill>
          <a:ln>
            <a:noFill/>
          </a:ln>
        </p:spPr>
        <p:style>
          <a:lnRef idx="3">
            <a:schemeClr val="lt1"/>
          </a:lnRef>
          <a:fillRef idx="1">
            <a:schemeClr val="accent4"/>
          </a:fillRef>
          <a:effectRef idx="1">
            <a:schemeClr val="accent4"/>
          </a:effectRef>
          <a:fontRef idx="minor">
            <a:schemeClr val="lt1"/>
          </a:fontRef>
        </p:style>
        <p:txBody>
          <a:bodyPr rtlCol="0" anchor="ctr"/>
          <a:lstStyle/>
          <a:p>
            <a:pPr algn="ctr"/>
            <a:endParaRPr lang="en-IN" sz="1791"/>
          </a:p>
        </p:txBody>
      </p:sp>
      <p:sp>
        <p:nvSpPr>
          <p:cNvPr id="8" name="Rectangle 7"/>
          <p:cNvSpPr/>
          <p:nvPr/>
        </p:nvSpPr>
        <p:spPr>
          <a:xfrm>
            <a:off x="-8251" y="27346472"/>
            <a:ext cx="21595880" cy="5578746"/>
          </a:xfrm>
          <a:prstGeom prst="rect">
            <a:avLst/>
          </a:prstGeom>
          <a:solidFill>
            <a:srgbClr val="D7F5CD"/>
          </a:solidFill>
          <a:ln>
            <a:noFill/>
          </a:ln>
        </p:spPr>
        <p:style>
          <a:lnRef idx="3">
            <a:schemeClr val="lt1"/>
          </a:lnRef>
          <a:fillRef idx="1">
            <a:schemeClr val="accent4"/>
          </a:fillRef>
          <a:effectRef idx="1">
            <a:schemeClr val="accent4"/>
          </a:effectRef>
          <a:fontRef idx="minor">
            <a:schemeClr val="lt1"/>
          </a:fontRef>
        </p:style>
        <p:txBody>
          <a:bodyPr rtlCol="0" anchor="ctr"/>
          <a:lstStyle/>
          <a:p>
            <a:pPr algn="ctr"/>
            <a:endParaRPr lang="en-IN" sz="1791"/>
          </a:p>
        </p:txBody>
      </p:sp>
      <p:sp>
        <p:nvSpPr>
          <p:cNvPr id="19" name="Rectangle 18"/>
          <p:cNvSpPr/>
          <p:nvPr/>
        </p:nvSpPr>
        <p:spPr>
          <a:xfrm>
            <a:off x="463255" y="4214674"/>
            <a:ext cx="3060127" cy="551326"/>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787" b="1" dirty="0">
                <a:solidFill>
                  <a:schemeClr val="tx1"/>
                </a:solidFill>
                <a:latin typeface="Times New Roman" panose="02020603050405020304" pitchFamily="18" charset="0"/>
                <a:cs typeface="Times New Roman" panose="02020603050405020304" pitchFamily="18" charset="0"/>
              </a:rPr>
              <a:t>INTRODUCTION</a:t>
            </a:r>
            <a:endParaRPr lang="en-IN" sz="2787" b="1" dirty="0">
              <a:solidFill>
                <a:schemeClr val="tx1"/>
              </a:solidFill>
              <a:latin typeface="Times New Roman" panose="02020603050405020304" pitchFamily="18" charset="0"/>
              <a:cs typeface="Times New Roman" panose="02020603050405020304" pitchFamily="18" charset="0"/>
            </a:endParaRPr>
          </a:p>
        </p:txBody>
      </p:sp>
      <p:sp>
        <p:nvSpPr>
          <p:cNvPr id="10" name="Rectangle 9"/>
          <p:cNvSpPr/>
          <p:nvPr/>
        </p:nvSpPr>
        <p:spPr>
          <a:xfrm>
            <a:off x="30970" y="2522585"/>
            <a:ext cx="21568555" cy="1502711"/>
          </a:xfrm>
          <a:prstGeom prst="rect">
            <a:avLst/>
          </a:prstGeom>
          <a:solidFill>
            <a:srgbClr val="FFF2CC"/>
          </a:solidFill>
          <a:ln>
            <a:noFill/>
          </a:ln>
        </p:spPr>
        <p:style>
          <a:lnRef idx="3">
            <a:schemeClr val="lt1"/>
          </a:lnRef>
          <a:fillRef idx="1">
            <a:schemeClr val="accent4"/>
          </a:fillRef>
          <a:effectRef idx="1">
            <a:schemeClr val="accent4"/>
          </a:effectRef>
          <a:fontRef idx="minor">
            <a:schemeClr val="lt1"/>
          </a:fontRef>
        </p:style>
        <p:txBody>
          <a:bodyPr rtlCol="0" anchor="ctr"/>
          <a:lstStyle/>
          <a:p>
            <a:pPr algn="ctr"/>
            <a:endParaRPr lang="en-IN" sz="1791"/>
          </a:p>
        </p:txBody>
      </p:sp>
      <p:sp>
        <p:nvSpPr>
          <p:cNvPr id="22" name="Rectangle 21"/>
          <p:cNvSpPr/>
          <p:nvPr/>
        </p:nvSpPr>
        <p:spPr>
          <a:xfrm>
            <a:off x="465908" y="16076530"/>
            <a:ext cx="1771499" cy="551326"/>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787" b="1" dirty="0">
                <a:solidFill>
                  <a:schemeClr val="tx1"/>
                </a:solidFill>
                <a:latin typeface="Times New Roman" panose="02020603050405020304" pitchFamily="18" charset="0"/>
                <a:cs typeface="Times New Roman" panose="02020603050405020304" pitchFamily="18" charset="0"/>
              </a:rPr>
              <a:t>RESULTS</a:t>
            </a:r>
            <a:endParaRPr lang="en-IN" sz="2787" b="1" dirty="0">
              <a:solidFill>
                <a:schemeClr val="tx1"/>
              </a:solidFill>
              <a:latin typeface="Times New Roman" panose="02020603050405020304" pitchFamily="18" charset="0"/>
              <a:cs typeface="Times New Roman" panose="02020603050405020304" pitchFamily="18" charset="0"/>
            </a:endParaRPr>
          </a:p>
        </p:txBody>
      </p:sp>
      <p:sp>
        <p:nvSpPr>
          <p:cNvPr id="23" name="Rectangle 22"/>
          <p:cNvSpPr/>
          <p:nvPr/>
        </p:nvSpPr>
        <p:spPr>
          <a:xfrm>
            <a:off x="578650" y="22361281"/>
            <a:ext cx="5810272" cy="551326"/>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787" b="1" dirty="0">
                <a:solidFill>
                  <a:schemeClr val="tx1"/>
                </a:solidFill>
                <a:latin typeface="Times New Roman" panose="02020603050405020304" pitchFamily="18" charset="0"/>
                <a:cs typeface="Times New Roman" panose="02020603050405020304" pitchFamily="18" charset="0"/>
              </a:rPr>
              <a:t>DISCUSSION AND CONCLUSION</a:t>
            </a:r>
            <a:endParaRPr lang="en-IN" sz="2787" b="1" dirty="0">
              <a:solidFill>
                <a:schemeClr val="tx1"/>
              </a:solidFill>
              <a:latin typeface="Times New Roman" panose="02020603050405020304" pitchFamily="18" charset="0"/>
              <a:cs typeface="Times New Roman" panose="02020603050405020304" pitchFamily="18" charset="0"/>
            </a:endParaRPr>
          </a:p>
        </p:txBody>
      </p:sp>
      <p:sp>
        <p:nvSpPr>
          <p:cNvPr id="24" name="Rectangle 23"/>
          <p:cNvSpPr/>
          <p:nvPr/>
        </p:nvSpPr>
        <p:spPr>
          <a:xfrm>
            <a:off x="578650" y="27632850"/>
            <a:ext cx="3060127" cy="551326"/>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787" b="1" dirty="0">
                <a:solidFill>
                  <a:schemeClr val="tx1"/>
                </a:solidFill>
                <a:latin typeface="Times New Roman" panose="02020603050405020304" pitchFamily="18" charset="0"/>
                <a:cs typeface="Times New Roman" panose="02020603050405020304" pitchFamily="18" charset="0"/>
              </a:rPr>
              <a:t>BIBLIOGRAPHY</a:t>
            </a:r>
            <a:endParaRPr lang="en-IN" sz="2787" b="1" dirty="0">
              <a:solidFill>
                <a:schemeClr val="tx1"/>
              </a:solidFill>
              <a:latin typeface="Times New Roman" panose="02020603050405020304" pitchFamily="18" charset="0"/>
              <a:cs typeface="Times New Roman" panose="02020603050405020304" pitchFamily="18" charset="0"/>
            </a:endParaRPr>
          </a:p>
        </p:txBody>
      </p:sp>
      <p:sp>
        <p:nvSpPr>
          <p:cNvPr id="15" name="TextBox 14"/>
          <p:cNvSpPr txBox="1"/>
          <p:nvPr/>
        </p:nvSpPr>
        <p:spPr>
          <a:xfrm>
            <a:off x="348718" y="2554294"/>
            <a:ext cx="21114311" cy="1194173"/>
          </a:xfrm>
          <a:prstGeom prst="rect">
            <a:avLst/>
          </a:prstGeom>
          <a:noFill/>
        </p:spPr>
        <p:txBody>
          <a:bodyPr wrap="square" rtlCol="0">
            <a:spAutoFit/>
          </a:bodyPr>
          <a:lstStyle/>
          <a:p>
            <a:pPr algn="ctr"/>
            <a:r>
              <a:rPr lang="en-US" sz="3580" b="1" i="0" u="none" strike="noStrike" dirty="0">
                <a:solidFill>
                  <a:srgbClr val="000000"/>
                </a:solidFill>
                <a:effectLst/>
                <a:latin typeface="Times New Roman" panose="02020603050405020304" pitchFamily="18" charset="0"/>
                <a:cs typeface="Times New Roman" panose="02020603050405020304" pitchFamily="18" charset="0"/>
              </a:rPr>
              <a:t> </a:t>
            </a:r>
            <a:r>
              <a:rPr lang="en-US" sz="3590" b="1" i="0" u="none" strike="noStrike" dirty="0">
                <a:solidFill>
                  <a:srgbClr val="000000"/>
                </a:solidFill>
                <a:effectLst/>
                <a:latin typeface="Times New Roman" panose="02020603050405020304" pitchFamily="18" charset="0"/>
                <a:cs typeface="Times New Roman" panose="02020603050405020304" pitchFamily="18" charset="0"/>
              </a:rPr>
              <a:t>Efficiency of Predicting Milk Production Using Adaboost and </a:t>
            </a:r>
            <a:r>
              <a:rPr lang="en-IN" sz="3590" b="1" i="0" dirty="0">
                <a:effectLst/>
                <a:latin typeface="Times New Roman" panose="02020603050405020304" pitchFamily="18" charset="0"/>
                <a:cs typeface="Times New Roman" panose="02020603050405020304" pitchFamily="18" charset="0"/>
              </a:rPr>
              <a:t>convolutional neural networking</a:t>
            </a:r>
          </a:p>
          <a:p>
            <a:pPr algn="ctr"/>
            <a:r>
              <a:rPr lang="en-US" sz="3590" b="1" i="0" u="none" strike="noStrike" dirty="0">
                <a:effectLst/>
                <a:latin typeface="Times New Roman" panose="02020603050405020304" pitchFamily="18" charset="0"/>
                <a:cs typeface="Times New Roman" panose="02020603050405020304" pitchFamily="18" charset="0"/>
              </a:rPr>
              <a:t> </a:t>
            </a:r>
            <a:r>
              <a:rPr lang="en-US" sz="3590" b="1" i="0" u="none" strike="noStrike" dirty="0">
                <a:solidFill>
                  <a:srgbClr val="000000"/>
                </a:solidFill>
                <a:effectLst/>
                <a:latin typeface="Times New Roman" panose="02020603050405020304" pitchFamily="18" charset="0"/>
                <a:cs typeface="Times New Roman" panose="02020603050405020304" pitchFamily="18" charset="0"/>
              </a:rPr>
              <a:t>To Improve Accuracy.</a:t>
            </a:r>
            <a:endParaRPr lang="en-US" sz="3590" b="1" dirty="0">
              <a:latin typeface="Times New Roman" panose="02020603050405020304" pitchFamily="18" charset="0"/>
              <a:cs typeface="Times New Roman" panose="02020603050405020304" pitchFamily="18" charset="0"/>
            </a:endParaRPr>
          </a:p>
        </p:txBody>
      </p:sp>
      <p:sp>
        <p:nvSpPr>
          <p:cNvPr id="20" name="Rectangle 19"/>
          <p:cNvSpPr/>
          <p:nvPr/>
        </p:nvSpPr>
        <p:spPr>
          <a:xfrm>
            <a:off x="465908" y="10159048"/>
            <a:ext cx="5056567" cy="551326"/>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787" b="1" dirty="0">
                <a:solidFill>
                  <a:schemeClr val="tx1"/>
                </a:solidFill>
                <a:latin typeface="Times New Roman" panose="02020603050405020304" pitchFamily="18" charset="0"/>
                <a:cs typeface="Times New Roman" panose="02020603050405020304" pitchFamily="18" charset="0"/>
              </a:rPr>
              <a:t>MATERIALS AND METHODS</a:t>
            </a:r>
            <a:endParaRPr lang="en-IN" sz="2787" b="1" dirty="0">
              <a:solidFill>
                <a:schemeClr val="tx1"/>
              </a:solidFill>
              <a:latin typeface="Times New Roman" panose="02020603050405020304" pitchFamily="18" charset="0"/>
              <a:cs typeface="Times New Roman" panose="02020603050405020304" pitchFamily="18" charset="0"/>
            </a:endParaRPr>
          </a:p>
        </p:txBody>
      </p:sp>
      <p:sp>
        <p:nvSpPr>
          <p:cNvPr id="16" name="TextBox 15"/>
          <p:cNvSpPr txBox="1"/>
          <p:nvPr/>
        </p:nvSpPr>
        <p:spPr>
          <a:xfrm>
            <a:off x="11225083" y="1463838"/>
            <a:ext cx="8384766" cy="856276"/>
          </a:xfrm>
          <a:prstGeom prst="rect">
            <a:avLst/>
          </a:prstGeom>
          <a:noFill/>
        </p:spPr>
        <p:txBody>
          <a:bodyPr wrap="square" rtlCol="0">
            <a:spAutoFit/>
          </a:bodyPr>
          <a:lstStyle/>
          <a:p>
            <a:pPr algn="r"/>
            <a:r>
              <a:rPr lang="en-US" sz="2488" b="1">
                <a:solidFill>
                  <a:schemeClr val="bg1"/>
                </a:solidFill>
                <a:latin typeface="Times New Roman" panose="02020603050405020304" pitchFamily="18" charset="0"/>
                <a:cs typeface="Times New Roman" panose="02020603050405020304" pitchFamily="18" charset="0"/>
              </a:rPr>
              <a:t> Ms. Poorani.S            </a:t>
            </a:r>
            <a:endParaRPr lang="en-US" sz="2488" b="1" dirty="0">
              <a:solidFill>
                <a:schemeClr val="bg1"/>
              </a:solidFill>
              <a:latin typeface="Times New Roman" panose="02020603050405020304" pitchFamily="18" charset="0"/>
              <a:cs typeface="Times New Roman" panose="02020603050405020304" pitchFamily="18" charset="0"/>
            </a:endParaRPr>
          </a:p>
          <a:p>
            <a:pPr algn="r"/>
            <a:r>
              <a:rPr lang="en-US" sz="2488" b="1" dirty="0">
                <a:solidFill>
                  <a:schemeClr val="bg1"/>
                </a:solidFill>
                <a:latin typeface="Times New Roman" panose="02020603050405020304" pitchFamily="18" charset="0"/>
                <a:cs typeface="Times New Roman" panose="02020603050405020304" pitchFamily="18" charset="0"/>
              </a:rPr>
              <a:t> Guided by Dr. Mary Valantina. G</a:t>
            </a:r>
            <a:endParaRPr lang="en-IN" sz="2488" b="1" dirty="0">
              <a:solidFill>
                <a:schemeClr val="bg1"/>
              </a:solidFill>
              <a:latin typeface="Times New Roman" panose="02020603050405020304" pitchFamily="18" charset="0"/>
              <a:cs typeface="Times New Roman" panose="02020603050405020304" pitchFamily="18" charset="0"/>
            </a:endParaRPr>
          </a:p>
        </p:txBody>
      </p:sp>
      <p:sp>
        <p:nvSpPr>
          <p:cNvPr id="26" name="TextBox 25"/>
          <p:cNvSpPr txBox="1"/>
          <p:nvPr/>
        </p:nvSpPr>
        <p:spPr>
          <a:xfrm>
            <a:off x="463255" y="4856798"/>
            <a:ext cx="15286191" cy="5086970"/>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Ø"/>
            </a:pPr>
            <a:r>
              <a:rPr lang="en-IN" sz="2189" b="1" dirty="0">
                <a:latin typeface="Times New Roman" panose="02020603050405020304" pitchFamily="18" charset="0"/>
                <a:cs typeface="Times New Roman" panose="02020603050405020304" pitchFamily="18" charset="0"/>
              </a:rPr>
              <a:t> </a:t>
            </a:r>
            <a:r>
              <a:rPr lang="en-US" sz="2190" b="1" i="0" u="none" strike="noStrike" dirty="0">
                <a:solidFill>
                  <a:srgbClr val="000000"/>
                </a:solidFill>
                <a:effectLst/>
                <a:latin typeface="Times New Roman" panose="02020603050405020304" pitchFamily="18" charset="0"/>
              </a:rPr>
              <a:t>Real-time processes require accurate milk output, which requires forecasting the milk yield of cows. This is crucial for two reasons: first, to maximize farm revenue; and second, to predict the amount of milk that producers will need, so as to assure consistency. The main goal of this research is to forecast milk yield using the Adaboost approach.</a:t>
            </a:r>
          </a:p>
          <a:p>
            <a:pPr marL="341254" indent="-341254" algn="just">
              <a:lnSpc>
                <a:spcPct val="150000"/>
              </a:lnSpc>
              <a:buFont typeface="Wingdings" panose="05000000000000000000" pitchFamily="2" charset="2"/>
              <a:buChar char="Ø"/>
            </a:pPr>
            <a:r>
              <a:rPr lang="en-US" sz="2190" b="1" i="0" u="none" strike="noStrike" dirty="0">
                <a:solidFill>
                  <a:srgbClr val="000000"/>
                </a:solidFill>
                <a:effectLst/>
                <a:latin typeface="Times New Roman" panose="02020603050405020304" pitchFamily="18" charset="0"/>
              </a:rPr>
              <a:t>we apply this strategy to compare the expected total milk yield with the actual output. We use the percentage that separates the actual output from the prediction to determine performance. Milk production plays a crucial role in the agricultural economy of many nations, serving as a primary source of livelihood for millions of farmers worldwide.</a:t>
            </a:r>
          </a:p>
          <a:p>
            <a:pPr marL="341254" indent="-341254" algn="just">
              <a:lnSpc>
                <a:spcPct val="150000"/>
              </a:lnSpc>
              <a:buFont typeface="Wingdings" panose="05000000000000000000" pitchFamily="2" charset="2"/>
              <a:buChar char="Ø"/>
            </a:pPr>
            <a:r>
              <a:rPr lang="en-US" altLang="en-IN" sz="2189" b="1" dirty="0">
                <a:latin typeface="Times New Roman" panose="02020603050405020304" pitchFamily="18" charset="0"/>
                <a:cs typeface="Times New Roman" panose="02020603050405020304" pitchFamily="18" charset="0"/>
                <a:sym typeface="+mn-ea"/>
              </a:rPr>
              <a:t>The aim of this study is to separate Innovative Machine Learning (ML) Classifiers  to </a:t>
            </a:r>
            <a:r>
              <a:rPr lang="en-US" sz="2190" b="1" i="0" u="none" strike="noStrike" dirty="0">
                <a:solidFill>
                  <a:srgbClr val="000000"/>
                </a:solidFill>
                <a:effectLst/>
                <a:latin typeface="Times New Roman" panose="02020603050405020304" pitchFamily="18" charset="0"/>
              </a:rPr>
              <a:t>Efficient Predicting of Milk Production</a:t>
            </a:r>
            <a:r>
              <a:rPr lang="en-US" sz="2190" b="1" dirty="0">
                <a:solidFill>
                  <a:srgbClr val="000000"/>
                </a:solidFill>
                <a:latin typeface="Times New Roman" panose="02020603050405020304" pitchFamily="18" charset="0"/>
              </a:rPr>
              <a:t>. The dairy industry  also contributes significantly to economic growth and employment generation.</a:t>
            </a:r>
            <a:endParaRPr lang="en-US" altLang="en-IN" sz="2190" b="1" dirty="0">
              <a:latin typeface="Times New Roman" panose="02020603050405020304" pitchFamily="18" charset="0"/>
              <a:cs typeface="Times New Roman" panose="02020603050405020304" pitchFamily="18" charset="0"/>
              <a:sym typeface="+mn-ea"/>
            </a:endParaRPr>
          </a:p>
          <a:p>
            <a:pPr marL="341254" indent="-341254" algn="just">
              <a:lnSpc>
                <a:spcPct val="150000"/>
              </a:lnSpc>
              <a:buFont typeface="Wingdings" panose="05000000000000000000" pitchFamily="2" charset="2"/>
              <a:buChar char="Ø"/>
            </a:pPr>
            <a:r>
              <a:rPr lang="en-US" altLang="en-IN" sz="2189" b="1" dirty="0">
                <a:latin typeface="Times New Roman" panose="02020603050405020304" pitchFamily="18" charset="0"/>
                <a:cs typeface="Times New Roman" panose="02020603050405020304" pitchFamily="18" charset="0"/>
              </a:rPr>
              <a:t>In this research study , </a:t>
            </a:r>
            <a:r>
              <a:rPr lang="en-US" sz="2190" b="1" i="0" u="none" strike="noStrike" dirty="0">
                <a:solidFill>
                  <a:srgbClr val="000000"/>
                </a:solidFill>
                <a:effectLst/>
                <a:latin typeface="Times New Roman" panose="02020603050405020304" pitchFamily="18" charset="0"/>
              </a:rPr>
              <a:t>Adaboost </a:t>
            </a:r>
            <a:r>
              <a:rPr lang="en-US" altLang="en-IN" sz="2189" b="1" dirty="0">
                <a:latin typeface="Times New Roman" panose="02020603050405020304" pitchFamily="18" charset="0"/>
                <a:cs typeface="Times New Roman" panose="02020603050405020304" pitchFamily="18" charset="0"/>
              </a:rPr>
              <a:t>algorithm is compared with Convolutional neural networking to enhance accuracy.</a:t>
            </a:r>
          </a:p>
          <a:p>
            <a:pPr marL="341254" indent="-341254" algn="just">
              <a:lnSpc>
                <a:spcPct val="150000"/>
              </a:lnSpc>
              <a:buFont typeface="Wingdings" panose="05000000000000000000" pitchFamily="2" charset="2"/>
              <a:buChar char="Ø"/>
            </a:pPr>
            <a:r>
              <a:rPr lang="en-US" altLang="en-IN" sz="2189" b="1" dirty="0">
                <a:latin typeface="Times New Roman" panose="02020603050405020304" pitchFamily="18" charset="0"/>
                <a:cs typeface="Times New Roman" panose="02020603050405020304" pitchFamily="18" charset="0"/>
              </a:rPr>
              <a:t>The advantage of </a:t>
            </a:r>
            <a:r>
              <a:rPr lang="en-US" sz="2190" b="1" i="0" u="none" strike="noStrike" dirty="0">
                <a:solidFill>
                  <a:srgbClr val="000000"/>
                </a:solidFill>
                <a:effectLst/>
                <a:latin typeface="Times New Roman" panose="02020603050405020304" pitchFamily="18" charset="0"/>
              </a:rPr>
              <a:t> Adaboost algorithm </a:t>
            </a:r>
            <a:r>
              <a:rPr lang="en-IN" sz="2189" b="1" dirty="0">
                <a:latin typeface="Times New Roman" panose="02020603050405020304" pitchFamily="18" charset="0"/>
                <a:cs typeface="Times New Roman" panose="02020603050405020304" pitchFamily="18" charset="0"/>
              </a:rPr>
              <a:t>has proven to be faster when compared with CNN </a:t>
            </a:r>
            <a:r>
              <a:rPr lang="en-US" altLang="en-IN" sz="2189" b="1" dirty="0">
                <a:latin typeface="Times New Roman" panose="02020603050405020304" pitchFamily="18" charset="0"/>
                <a:cs typeface="Times New Roman" panose="02020603050405020304" pitchFamily="18" charset="0"/>
              </a:rPr>
              <a:t>to enhance accuracy.</a:t>
            </a:r>
          </a:p>
        </p:txBody>
      </p:sp>
      <p:sp>
        <p:nvSpPr>
          <p:cNvPr id="36" name="TextBox 35"/>
          <p:cNvSpPr txBox="1"/>
          <p:nvPr/>
        </p:nvSpPr>
        <p:spPr>
          <a:xfrm>
            <a:off x="2003212" y="10987446"/>
            <a:ext cx="12078470" cy="396857"/>
          </a:xfrm>
          <a:prstGeom prst="rect">
            <a:avLst/>
          </a:prstGeom>
          <a:noFill/>
        </p:spPr>
        <p:txBody>
          <a:bodyPr wrap="square" rtlCol="0">
            <a:spAutoFit/>
          </a:bodyPr>
          <a:lstStyle/>
          <a:p>
            <a:endParaRPr lang="en-IN" sz="1990" b="1" dirty="0">
              <a:latin typeface="Times New Roman" panose="02020603050405020304" pitchFamily="18" charset="0"/>
              <a:cs typeface="Times New Roman" panose="02020603050405020304" pitchFamily="18" charset="0"/>
            </a:endParaRPr>
          </a:p>
        </p:txBody>
      </p:sp>
      <p:sp>
        <p:nvSpPr>
          <p:cNvPr id="38" name="TextBox 37"/>
          <p:cNvSpPr txBox="1"/>
          <p:nvPr/>
        </p:nvSpPr>
        <p:spPr>
          <a:xfrm>
            <a:off x="578650" y="23097150"/>
            <a:ext cx="20478484" cy="4075155"/>
          </a:xfrm>
          <a:prstGeom prst="rect">
            <a:avLst/>
          </a:prstGeom>
          <a:noFill/>
        </p:spPr>
        <p:txBody>
          <a:bodyPr wrap="square" rtlCol="0">
            <a:spAutoFit/>
          </a:bodyPr>
          <a:lstStyle/>
          <a:p>
            <a:pPr marL="341254" indent="-341254" algn="just">
              <a:lnSpc>
                <a:spcPct val="150000"/>
              </a:lnSpc>
              <a:buFont typeface="Wingdings" panose="05000000000000000000" pitchFamily="2" charset="2"/>
              <a:buChar char="Ø"/>
            </a:pPr>
            <a:r>
              <a:rPr lang="en-US" altLang="en-IN" sz="2189" b="1" dirty="0">
                <a:latin typeface="Times New Roman" panose="02020603050405020304" pitchFamily="18" charset="0"/>
                <a:cs typeface="Times New Roman" panose="02020603050405020304" pitchFamily="18" charset="0"/>
              </a:rPr>
              <a:t>Based on  T-test Statistical analysis, the significance value of  p=0.001 (independent sample T - test p&lt;0.05) is obtained and shows that there is a statistical significant difference between the group 1 and group 2, The group 1 is 1059 &amp; the total sample size is 2118, The alpha 0.05 and beta is 0.2 and power is 0.2 .</a:t>
            </a:r>
          </a:p>
          <a:p>
            <a:pPr marL="341254" indent="-341254" algn="just">
              <a:lnSpc>
                <a:spcPct val="150000"/>
              </a:lnSpc>
              <a:buFont typeface="Wingdings" panose="05000000000000000000" pitchFamily="2" charset="2"/>
              <a:buChar char="Ø"/>
            </a:pPr>
            <a:r>
              <a:rPr lang="en-US" altLang="en-IN" sz="2189" b="1" dirty="0">
                <a:latin typeface="Times New Roman" panose="02020603050405020304" pitchFamily="18" charset="0"/>
                <a:cs typeface="Times New Roman" panose="02020603050405020304" pitchFamily="18" charset="0"/>
              </a:rPr>
              <a:t>Overall , the accuracy of the </a:t>
            </a:r>
            <a:r>
              <a:rPr lang="en-US" sz="2189" b="1" dirty="0">
                <a:latin typeface="Times New Roman" panose="02020603050405020304" pitchFamily="18" charset="0"/>
                <a:cs typeface="Times New Roman" panose="02020603050405020304" pitchFamily="18" charset="0"/>
              </a:rPr>
              <a:t>Adaboost Algorithm </a:t>
            </a:r>
            <a:r>
              <a:rPr lang="en-US" altLang="en-IN" sz="2189" b="1" dirty="0">
                <a:latin typeface="Times New Roman" panose="02020603050405020304" pitchFamily="18" charset="0"/>
                <a:cs typeface="Times New Roman" panose="02020603050405020304" pitchFamily="18" charset="0"/>
              </a:rPr>
              <a:t>is 97.59 % and it is better than the other algorithms. The advantage of </a:t>
            </a:r>
            <a:r>
              <a:rPr lang="en-US" sz="2190" b="1" i="0" u="none" strike="noStrike" dirty="0">
                <a:solidFill>
                  <a:srgbClr val="000000"/>
                </a:solidFill>
                <a:effectLst/>
                <a:latin typeface="Times New Roman" panose="02020603050405020304" pitchFamily="18" charset="0"/>
              </a:rPr>
              <a:t> Adaboost algorithm </a:t>
            </a:r>
            <a:r>
              <a:rPr lang="en-IN" sz="2189" b="1" dirty="0">
                <a:latin typeface="Times New Roman" panose="02020603050405020304" pitchFamily="18" charset="0"/>
                <a:cs typeface="Times New Roman" panose="02020603050405020304" pitchFamily="18" charset="0"/>
              </a:rPr>
              <a:t>has proven to be faster when compared with CNN </a:t>
            </a:r>
            <a:r>
              <a:rPr lang="en-US" altLang="en-IN" sz="2189" b="1" dirty="0">
                <a:latin typeface="Times New Roman" panose="02020603050405020304" pitchFamily="18" charset="0"/>
                <a:cs typeface="Times New Roman" panose="02020603050405020304" pitchFamily="18" charset="0"/>
              </a:rPr>
              <a:t>to enhance accuracy. The accuracy of Convolutional neural networking (CNN)    -    69.77%</a:t>
            </a:r>
          </a:p>
          <a:p>
            <a:pPr marL="341254" indent="-341254" algn="just">
              <a:lnSpc>
                <a:spcPct val="150000"/>
              </a:lnSpc>
              <a:buFont typeface="Wingdings" panose="05000000000000000000" pitchFamily="2" charset="2"/>
              <a:buChar char="Ø"/>
            </a:pPr>
            <a:r>
              <a:rPr lang="en-US" altLang="en-IN" sz="2189" b="1" dirty="0">
                <a:latin typeface="Times New Roman" panose="02020603050405020304" pitchFamily="18" charset="0"/>
                <a:cs typeface="Times New Roman" panose="02020603050405020304" pitchFamily="18" charset="0"/>
              </a:rPr>
              <a:t> From the work , it is concluded that the </a:t>
            </a:r>
            <a:r>
              <a:rPr lang="en-US" sz="2189" b="1" dirty="0">
                <a:latin typeface="Times New Roman" panose="02020603050405020304" pitchFamily="18" charset="0"/>
                <a:cs typeface="Times New Roman" panose="02020603050405020304" pitchFamily="18" charset="0"/>
              </a:rPr>
              <a:t>Adaboost algorithm </a:t>
            </a:r>
            <a:r>
              <a:rPr lang="en-US" altLang="en-IN" sz="2189" b="1" dirty="0">
                <a:latin typeface="Times New Roman" panose="02020603050405020304" pitchFamily="18" charset="0"/>
                <a:cs typeface="Times New Roman" panose="02020603050405020304" pitchFamily="18" charset="0"/>
              </a:rPr>
              <a:t>attains the high accuracy when comparing with Convolutional neural networking (CNN)  Machine Learning Algorithm in </a:t>
            </a:r>
            <a:r>
              <a:rPr lang="en-US" sz="2190" b="1" i="0" u="none" strike="noStrike" dirty="0">
                <a:solidFill>
                  <a:srgbClr val="000000"/>
                </a:solidFill>
                <a:effectLst/>
                <a:latin typeface="Times New Roman" panose="02020603050405020304" pitchFamily="18" charset="0"/>
              </a:rPr>
              <a:t>Predicting of Milk Production</a:t>
            </a:r>
            <a:r>
              <a:rPr lang="en-US" altLang="en-IN" sz="2189" b="1" dirty="0">
                <a:latin typeface="Times New Roman" panose="02020603050405020304" pitchFamily="18" charset="0"/>
                <a:cs typeface="Times New Roman" panose="02020603050405020304" pitchFamily="18" charset="0"/>
              </a:rPr>
              <a:t>. This project aims to develop milk production utilizing advanced statistical and machine learning techniques. </a:t>
            </a:r>
          </a:p>
          <a:p>
            <a:pPr marL="341254" indent="-341254" algn="just">
              <a:lnSpc>
                <a:spcPct val="150000"/>
              </a:lnSpc>
              <a:buFont typeface="Wingdings" panose="05000000000000000000" pitchFamily="2" charset="2"/>
              <a:buChar char="Ø"/>
            </a:pPr>
            <a:r>
              <a:rPr lang="en-US" sz="2190" b="1" i="0" u="none" strike="noStrike" dirty="0">
                <a:solidFill>
                  <a:srgbClr val="000000"/>
                </a:solidFill>
                <a:effectLst/>
                <a:latin typeface="Times New Roman" panose="02020603050405020304" pitchFamily="18" charset="0"/>
              </a:rPr>
              <a:t>The Adaboost algorithm's adeptness in handling high-dimensional data and its capacity to mitigate overfitting contribute to its superior predictive accuracy. Its ensemble nature, amalgamating predictions from multiple decision trees, lends robustness to the model, particularly crucial in the nuanced landscape of milk products.</a:t>
            </a:r>
            <a:endParaRPr lang="en-US" altLang="en-IN" sz="2190" b="1" dirty="0">
              <a:latin typeface="Times New Roman" panose="02020603050405020304" pitchFamily="18" charset="0"/>
              <a:cs typeface="Times New Roman" panose="02020603050405020304" pitchFamily="18" charset="0"/>
            </a:endParaRPr>
          </a:p>
        </p:txBody>
      </p:sp>
      <p:sp>
        <p:nvSpPr>
          <p:cNvPr id="39" name="TextBox 38"/>
          <p:cNvSpPr txBox="1"/>
          <p:nvPr/>
        </p:nvSpPr>
        <p:spPr>
          <a:xfrm>
            <a:off x="578649" y="28261960"/>
            <a:ext cx="20437982" cy="4977196"/>
          </a:xfrm>
          <a:prstGeom prst="rect">
            <a:avLst/>
          </a:prstGeom>
          <a:noFill/>
        </p:spPr>
        <p:txBody>
          <a:bodyPr wrap="square" rtlCol="0">
            <a:spAutoFit/>
          </a:bodyPr>
          <a:lstStyle/>
          <a:p>
            <a:pPr marL="341254" indent="-341254">
              <a:lnSpc>
                <a:spcPct val="150000"/>
              </a:lnSpc>
              <a:buFont typeface="Wingdings" panose="05000000000000000000" pitchFamily="2" charset="2"/>
              <a:buChar char="Ø"/>
            </a:pPr>
            <a:r>
              <a:rPr lang="en-US" sz="2189" b="1" dirty="0" err="1">
                <a:latin typeface="Times New Roman" panose="02020603050405020304" pitchFamily="18" charset="0"/>
                <a:cs typeface="Times New Roman" panose="02020603050405020304" pitchFamily="18" charset="0"/>
              </a:rPr>
              <a:t>Cheelo</a:t>
            </a:r>
            <a:r>
              <a:rPr lang="en-US" sz="2189" b="1" dirty="0">
                <a:latin typeface="Times New Roman" panose="02020603050405020304" pitchFamily="18" charset="0"/>
                <a:cs typeface="Times New Roman" panose="02020603050405020304" pitchFamily="18" charset="0"/>
              </a:rPr>
              <a:t>, </a:t>
            </a:r>
            <a:r>
              <a:rPr lang="en-US" sz="2189" b="1" dirty="0" err="1">
                <a:latin typeface="Times New Roman" panose="02020603050405020304" pitchFamily="18" charset="0"/>
                <a:cs typeface="Times New Roman" panose="02020603050405020304" pitchFamily="18" charset="0"/>
              </a:rPr>
              <a:t>Tulumbe</a:t>
            </a:r>
            <a:r>
              <a:rPr lang="en-US" sz="2189" b="1" dirty="0">
                <a:latin typeface="Times New Roman" panose="02020603050405020304" pitchFamily="18" charset="0"/>
                <a:cs typeface="Times New Roman" panose="02020603050405020304" pitchFamily="18" charset="0"/>
              </a:rPr>
              <a:t>. 2019. Milk Production and Marketing Channel Decisions of Smallholder Farmers in the Zambian Milk Value Chain. </a:t>
            </a:r>
            <a:r>
              <a:rPr lang="en-US" sz="2189" b="1" dirty="0" err="1">
                <a:latin typeface="Times New Roman" panose="02020603050405020304" pitchFamily="18" charset="0"/>
                <a:cs typeface="Times New Roman" panose="02020603050405020304" pitchFamily="18" charset="0"/>
              </a:rPr>
              <a:t>Dral</a:t>
            </a:r>
            <a:r>
              <a:rPr lang="en-US" sz="2189" b="1" dirty="0">
                <a:latin typeface="Times New Roman" panose="02020603050405020304" pitchFamily="18" charset="0"/>
                <a:cs typeface="Times New Roman" panose="02020603050405020304" pitchFamily="18" charset="0"/>
              </a:rPr>
              <a:t>, </a:t>
            </a:r>
            <a:r>
              <a:rPr lang="en-US" sz="2189" b="1" dirty="0" err="1">
                <a:latin typeface="Times New Roman" panose="02020603050405020304" pitchFamily="18" charset="0"/>
                <a:cs typeface="Times New Roman" panose="02020603050405020304" pitchFamily="18" charset="0"/>
              </a:rPr>
              <a:t>Pavlo</a:t>
            </a:r>
            <a:r>
              <a:rPr lang="en-US" sz="2189" b="1" dirty="0">
                <a:latin typeface="Times New Roman" panose="02020603050405020304" pitchFamily="18" charset="0"/>
                <a:cs typeface="Times New Roman" panose="02020603050405020304" pitchFamily="18" charset="0"/>
              </a:rPr>
              <a:t> O. 2022. Quantum Chemistry in the Age of Machine Learning. Elsevier.</a:t>
            </a:r>
          </a:p>
          <a:p>
            <a:pPr marL="341254" indent="-341254">
              <a:lnSpc>
                <a:spcPct val="150000"/>
              </a:lnSpc>
              <a:buFont typeface="Wingdings" panose="05000000000000000000" pitchFamily="2" charset="2"/>
              <a:buChar char="Ø"/>
            </a:pPr>
            <a:r>
              <a:rPr lang="en-US" sz="2189" b="1" dirty="0">
                <a:latin typeface="Times New Roman" panose="02020603050405020304" pitchFamily="18" charset="0"/>
                <a:cs typeface="Times New Roman" panose="02020603050405020304" pitchFamily="18" charset="0"/>
              </a:rPr>
              <a:t>Food and Agriculture Organization of the United Nations. 2013.  The State of the World’s Land and Water Resources for Food and Agriculture: Managing Systems at Risk. Routledge. 2021. The Impact of Disasters and Crises on Agriculture and Food Security: 2021. Food &amp; Agriculture Org.</a:t>
            </a:r>
          </a:p>
          <a:p>
            <a:pPr marL="341254" indent="-341254">
              <a:lnSpc>
                <a:spcPct val="150000"/>
              </a:lnSpc>
              <a:buFont typeface="Wingdings" panose="05000000000000000000" pitchFamily="2" charset="2"/>
              <a:buChar char="Ø"/>
            </a:pPr>
            <a:r>
              <a:rPr lang="en-US" sz="2189" b="1" dirty="0">
                <a:latin typeface="Times New Roman" panose="02020603050405020304" pitchFamily="18" charset="0"/>
                <a:cs typeface="Times New Roman" panose="02020603050405020304" pitchFamily="18" charset="0"/>
              </a:rPr>
              <a:t>Genomic and Genetic Evaluation of Feed Efficiency and Stillbirth in Dairy Cattle. 2016.</a:t>
            </a:r>
          </a:p>
          <a:p>
            <a:pPr marL="341254" indent="-341254">
              <a:lnSpc>
                <a:spcPct val="150000"/>
              </a:lnSpc>
              <a:buFont typeface="Wingdings" panose="05000000000000000000" pitchFamily="2" charset="2"/>
              <a:buChar char="Ø"/>
            </a:pPr>
            <a:r>
              <a:rPr lang="en-US" sz="2189" b="1" dirty="0" err="1">
                <a:latin typeface="Times New Roman" panose="02020603050405020304" pitchFamily="18" charset="0"/>
                <a:cs typeface="Times New Roman" panose="02020603050405020304" pitchFamily="18" charset="0"/>
              </a:rPr>
              <a:t>Hankammer</a:t>
            </a:r>
            <a:r>
              <a:rPr lang="en-US" sz="2189" b="1" dirty="0">
                <a:latin typeface="Times New Roman" panose="02020603050405020304" pitchFamily="18" charset="0"/>
                <a:cs typeface="Times New Roman" panose="02020603050405020304" pitchFamily="18" charset="0"/>
              </a:rPr>
              <a:t>, Stephan, Kjeld Nielsen, Frank T. </a:t>
            </a:r>
            <a:r>
              <a:rPr lang="en-US" sz="2189" b="1" dirty="0" err="1">
                <a:latin typeface="Times New Roman" panose="02020603050405020304" pitchFamily="18" charset="0"/>
                <a:cs typeface="Times New Roman" panose="02020603050405020304" pitchFamily="18" charset="0"/>
              </a:rPr>
              <a:t>Piller</a:t>
            </a:r>
            <a:r>
              <a:rPr lang="en-US" sz="2189" b="1" dirty="0">
                <a:latin typeface="Times New Roman" panose="02020603050405020304" pitchFamily="18" charset="0"/>
                <a:cs typeface="Times New Roman" panose="02020603050405020304" pitchFamily="18" charset="0"/>
              </a:rPr>
              <a:t>, Günther Schuh, and Ning Wang. 2018. Customization 4.0: Proceedings of the 9th World Mass Customization &amp; Personalization Conference (MCPC 2017), Aachen, Germany, November 20th-21st, 2017. Springer.</a:t>
            </a:r>
          </a:p>
          <a:p>
            <a:pPr marL="341254" indent="-341254">
              <a:lnSpc>
                <a:spcPct val="150000"/>
              </a:lnSpc>
              <a:buFont typeface="Wingdings" panose="05000000000000000000" pitchFamily="2" charset="2"/>
              <a:buChar char="Ø"/>
            </a:pPr>
            <a:r>
              <a:rPr lang="en-US" sz="2189" b="1" dirty="0">
                <a:latin typeface="Times New Roman" panose="02020603050405020304" pitchFamily="18" charset="0"/>
                <a:cs typeface="Times New Roman" panose="02020603050405020304" pitchFamily="18" charset="0"/>
              </a:rPr>
              <a:t>Kienzle, Josef, John E. Ashburner, and B. G. Sims. 2013. Mechanization for Rural Development: A Review of Patterns and Progress from Around the World. Food &amp; Agriculture Organization of the UN (FAO).</a:t>
            </a:r>
          </a:p>
          <a:p>
            <a:pPr marL="341254" indent="-341254">
              <a:buFont typeface="Wingdings" panose="05000000000000000000" pitchFamily="2" charset="2"/>
              <a:buChar char="Ø"/>
            </a:pPr>
            <a:endParaRPr lang="en-IN" sz="2189" b="1" dirty="0">
              <a:latin typeface="Times New Roman" panose="02020603050405020304" pitchFamily="18" charset="0"/>
              <a:cs typeface="Times New Roman" panose="02020603050405020304" pitchFamily="18" charset="0"/>
            </a:endParaRPr>
          </a:p>
        </p:txBody>
      </p:sp>
      <p:sp>
        <p:nvSpPr>
          <p:cNvPr id="29" name="Text Box 28"/>
          <p:cNvSpPr txBox="1"/>
          <p:nvPr/>
        </p:nvSpPr>
        <p:spPr>
          <a:xfrm>
            <a:off x="465908" y="20976623"/>
            <a:ext cx="13829212" cy="1102994"/>
          </a:xfrm>
          <a:prstGeom prst="rect">
            <a:avLst/>
          </a:prstGeom>
          <a:noFill/>
        </p:spPr>
        <p:txBody>
          <a:bodyPr wrap="square" rtlCol="0">
            <a:spAutoFit/>
          </a:bodyPr>
          <a:lstStyle/>
          <a:p>
            <a:pPr algn="just"/>
            <a:r>
              <a:rPr lang="en-US" sz="1990" b="1" dirty="0">
                <a:latin typeface="Times New Roman" panose="02020603050405020304" pitchFamily="18" charset="0"/>
                <a:cs typeface="Times New Roman" panose="02020603050405020304" pitchFamily="18" charset="0"/>
              </a:rPr>
              <a:t> </a:t>
            </a:r>
            <a:r>
              <a:rPr lang="en-US" sz="2189" b="1" dirty="0">
                <a:latin typeface="Times New Roman" panose="02020603050405020304" pitchFamily="18" charset="0"/>
                <a:cs typeface="Times New Roman" panose="02020603050405020304" pitchFamily="18" charset="0"/>
              </a:rPr>
              <a:t>In the present work, Adaboost Algorithm is compared with </a:t>
            </a:r>
            <a:r>
              <a:rPr lang="en-US" altLang="en-IN" sz="2189" b="1" dirty="0">
                <a:latin typeface="Times New Roman" panose="02020603050405020304" pitchFamily="18" charset="0"/>
                <a:cs typeface="Times New Roman" panose="02020603050405020304" pitchFamily="18" charset="0"/>
              </a:rPr>
              <a:t>Convolutional neural networking</a:t>
            </a:r>
            <a:r>
              <a:rPr lang="en-US" sz="2189" b="1" dirty="0">
                <a:latin typeface="Times New Roman" panose="02020603050405020304" pitchFamily="18" charset="0"/>
                <a:cs typeface="Times New Roman" panose="02020603050405020304" pitchFamily="18" charset="0"/>
              </a:rPr>
              <a:t> (CNN) and it depicts that the proposed algorithm gives more accuracy when compared with the rest.</a:t>
            </a:r>
          </a:p>
          <a:p>
            <a:endParaRPr lang="en-US" sz="2189" b="1" dirty="0">
              <a:latin typeface="Times New Roman" panose="02020603050405020304" pitchFamily="18" charset="0"/>
              <a:cs typeface="Times New Roman" panose="02020603050405020304" pitchFamily="18" charset="0"/>
            </a:endParaRPr>
          </a:p>
        </p:txBody>
      </p:sp>
      <p:sp>
        <p:nvSpPr>
          <p:cNvPr id="9" name="Text Box 8"/>
          <p:cNvSpPr txBox="1"/>
          <p:nvPr/>
        </p:nvSpPr>
        <p:spPr>
          <a:xfrm>
            <a:off x="1297548" y="20449966"/>
            <a:ext cx="4372476" cy="427822"/>
          </a:xfrm>
          <a:prstGeom prst="rect">
            <a:avLst/>
          </a:prstGeom>
          <a:noFill/>
        </p:spPr>
        <p:txBody>
          <a:bodyPr wrap="square" rtlCol="0">
            <a:spAutoFit/>
          </a:bodyPr>
          <a:lstStyle/>
          <a:p>
            <a:r>
              <a:rPr lang="en-US" sz="1990" b="1" dirty="0">
                <a:latin typeface="Times New Roman" panose="02020603050405020304" pitchFamily="18" charset="0"/>
                <a:cs typeface="Times New Roman" panose="02020603050405020304" pitchFamily="18" charset="0"/>
              </a:rPr>
              <a:t>         </a:t>
            </a:r>
            <a:r>
              <a:rPr lang="en-US" sz="2189" b="1" dirty="0">
                <a:latin typeface="Times New Roman" panose="02020603050405020304" pitchFamily="18" charset="0"/>
                <a:cs typeface="Times New Roman" panose="02020603050405020304" pitchFamily="18" charset="0"/>
              </a:rPr>
              <a:t>AdaBoost and CNN</a:t>
            </a:r>
          </a:p>
        </p:txBody>
      </p:sp>
      <p:sp>
        <p:nvSpPr>
          <p:cNvPr id="12" name="Text Box 11"/>
          <p:cNvSpPr txBox="1"/>
          <p:nvPr/>
        </p:nvSpPr>
        <p:spPr>
          <a:xfrm>
            <a:off x="8080328" y="20436180"/>
            <a:ext cx="5613570" cy="737125"/>
          </a:xfrm>
          <a:prstGeom prst="rect">
            <a:avLst/>
          </a:prstGeom>
          <a:noFill/>
        </p:spPr>
        <p:txBody>
          <a:bodyPr wrap="square" rtlCol="0">
            <a:spAutoFit/>
          </a:bodyPr>
          <a:lstStyle/>
          <a:p>
            <a:r>
              <a:rPr lang="en-US" sz="2190" b="1" dirty="0">
                <a:latin typeface="Times New Roman" panose="02020603050405020304" pitchFamily="18" charset="0"/>
                <a:cs typeface="Times New Roman" panose="02020603050405020304" pitchFamily="18" charset="0"/>
              </a:rPr>
              <a:t>Tabular form for Adaboost vs CNN </a:t>
            </a:r>
            <a:endParaRPr lang="en-IN" sz="2190" b="1" dirty="0">
              <a:latin typeface="Times New Roman" panose="02020603050405020304" pitchFamily="18" charset="0"/>
              <a:cs typeface="Times New Roman" panose="02020603050405020304" pitchFamily="18" charset="0"/>
            </a:endParaRPr>
          </a:p>
          <a:p>
            <a:endParaRPr lang="en-IN" sz="2000" b="1" dirty="0">
              <a:latin typeface="Times New Roman" panose="02020603050405020304" pitchFamily="18" charset="0"/>
              <a:cs typeface="Times New Roman" panose="02020603050405020304" pitchFamily="18" charset="0"/>
            </a:endParaRPr>
          </a:p>
        </p:txBody>
      </p:sp>
      <p:sp>
        <p:nvSpPr>
          <p:cNvPr id="42" name="Text Box 41"/>
          <p:cNvSpPr txBox="1"/>
          <p:nvPr/>
        </p:nvSpPr>
        <p:spPr>
          <a:xfrm>
            <a:off x="15407370" y="9458246"/>
            <a:ext cx="6180259" cy="429348"/>
          </a:xfrm>
          <a:prstGeom prst="rect">
            <a:avLst/>
          </a:prstGeom>
          <a:noFill/>
        </p:spPr>
        <p:txBody>
          <a:bodyPr wrap="square" rtlCol="0">
            <a:spAutoFit/>
          </a:bodyPr>
          <a:lstStyle/>
          <a:p>
            <a:pPr algn="ctr"/>
            <a:r>
              <a:rPr lang="en-US" sz="2190" b="1" i="0" u="none" strike="noStrike" dirty="0">
                <a:solidFill>
                  <a:srgbClr val="000000"/>
                </a:solidFill>
                <a:effectLst/>
                <a:latin typeface="Times New Roman" panose="02020603050405020304" pitchFamily="18" charset="0"/>
              </a:rPr>
              <a:t>Efficient Predicting of Milk Production</a:t>
            </a:r>
            <a:endParaRPr lang="en-US" sz="2189" b="1" dirty="0">
              <a:latin typeface="Times New Roman" panose="02020603050405020304" pitchFamily="18" charset="0"/>
              <a:cs typeface="Times New Roman" panose="02020603050405020304" pitchFamily="18" charset="0"/>
            </a:endParaRPr>
          </a:p>
        </p:txBody>
      </p:sp>
      <p:sp>
        <p:nvSpPr>
          <p:cNvPr id="49" name="Rectangle 48"/>
          <p:cNvSpPr/>
          <p:nvPr/>
        </p:nvSpPr>
        <p:spPr>
          <a:xfrm>
            <a:off x="16106" y="-50532"/>
            <a:ext cx="21571523" cy="2569325"/>
          </a:xfrm>
          <a:prstGeom prst="rect">
            <a:avLst/>
          </a:prstGeom>
          <a:solidFill>
            <a:srgbClr val="828282"/>
          </a:solidFill>
          <a:ln>
            <a:noFill/>
          </a:ln>
        </p:spPr>
        <p:style>
          <a:lnRef idx="3">
            <a:schemeClr val="lt1"/>
          </a:lnRef>
          <a:fillRef idx="1">
            <a:schemeClr val="accent4"/>
          </a:fillRef>
          <a:effectRef idx="1">
            <a:schemeClr val="accent4"/>
          </a:effectRef>
          <a:fontRef idx="minor">
            <a:schemeClr val="lt1"/>
          </a:fontRef>
        </p:style>
        <p:txBody>
          <a:bodyPr rtlCol="0" anchor="ctr"/>
          <a:lstStyle/>
          <a:p>
            <a:pPr algn="ctr"/>
            <a:endParaRPr lang="en-IN" sz="1791"/>
          </a:p>
        </p:txBody>
      </p:sp>
      <p:pic>
        <p:nvPicPr>
          <p:cNvPr id="13" name="Picture 1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1713" y="-8622"/>
            <a:ext cx="20939802" cy="2432309"/>
          </a:xfrm>
          <a:prstGeom prst="rect">
            <a:avLst/>
          </a:prstGeom>
        </p:spPr>
      </p:pic>
      <p:sp>
        <p:nvSpPr>
          <p:cNvPr id="50" name="Text Box 41"/>
          <p:cNvSpPr txBox="1"/>
          <p:nvPr/>
        </p:nvSpPr>
        <p:spPr>
          <a:xfrm>
            <a:off x="15639940" y="1419256"/>
            <a:ext cx="5569043" cy="1102994"/>
          </a:xfrm>
          <a:prstGeom prst="rect">
            <a:avLst/>
          </a:prstGeom>
          <a:noFill/>
        </p:spPr>
        <p:txBody>
          <a:bodyPr wrap="square" rtlCol="0">
            <a:spAutoFit/>
          </a:bodyPr>
          <a:lstStyle/>
          <a:p>
            <a:pPr algn="r"/>
            <a:r>
              <a:rPr lang="en-US" sz="2189" b="1" dirty="0">
                <a:solidFill>
                  <a:schemeClr val="bg1"/>
                </a:solidFill>
                <a:latin typeface="Times New Roman" panose="02020603050405020304" pitchFamily="18" charset="0"/>
                <a:cs typeface="Times New Roman" panose="02020603050405020304" pitchFamily="18" charset="0"/>
              </a:rPr>
              <a:t>Name: Mr. P. </a:t>
            </a:r>
            <a:r>
              <a:rPr lang="en-US" sz="2189" b="1" dirty="0" err="1">
                <a:solidFill>
                  <a:schemeClr val="bg1"/>
                </a:solidFill>
                <a:latin typeface="Times New Roman" panose="02020603050405020304" pitchFamily="18" charset="0"/>
                <a:cs typeface="Times New Roman" panose="02020603050405020304" pitchFamily="18" charset="0"/>
              </a:rPr>
              <a:t>Mourya</a:t>
            </a:r>
            <a:br>
              <a:rPr lang="en-US" sz="2189" b="1" dirty="0">
                <a:solidFill>
                  <a:schemeClr val="bg1"/>
                </a:solidFill>
                <a:latin typeface="Times New Roman" panose="02020603050405020304" pitchFamily="18" charset="0"/>
                <a:cs typeface="Times New Roman" panose="02020603050405020304" pitchFamily="18" charset="0"/>
              </a:rPr>
            </a:br>
            <a:r>
              <a:rPr lang="en-US" sz="2189" b="1" dirty="0">
                <a:solidFill>
                  <a:schemeClr val="bg1"/>
                </a:solidFill>
                <a:latin typeface="Times New Roman" panose="02020603050405020304" pitchFamily="18" charset="0"/>
                <a:cs typeface="Times New Roman" panose="02020603050405020304" pitchFamily="18" charset="0"/>
              </a:rPr>
              <a:t>Register Number: 192211771</a:t>
            </a:r>
          </a:p>
          <a:p>
            <a:pPr algn="r"/>
            <a:r>
              <a:rPr lang="en-US" sz="2189" b="1" dirty="0">
                <a:solidFill>
                  <a:schemeClr val="bg1"/>
                </a:solidFill>
                <a:latin typeface="Times New Roman" panose="02020603050405020304" pitchFamily="18" charset="0"/>
                <a:cs typeface="Times New Roman" panose="02020603050405020304" pitchFamily="18" charset="0"/>
              </a:rPr>
              <a:t>Guided by Dr.</a:t>
            </a:r>
            <a:r>
              <a:rPr lang="en-IN" sz="1800" b="0" i="0" u="none" strike="noStrike" dirty="0">
                <a:solidFill>
                  <a:srgbClr val="000000"/>
                </a:solidFill>
                <a:effectLst/>
                <a:latin typeface="Times New Roman" panose="02020603050405020304" pitchFamily="18" charset="0"/>
              </a:rPr>
              <a:t> </a:t>
            </a:r>
            <a:r>
              <a:rPr lang="en-IN" sz="2190" b="1" i="0" u="none" strike="noStrike" dirty="0">
                <a:solidFill>
                  <a:schemeClr val="bg1"/>
                </a:solidFill>
                <a:effectLst/>
                <a:latin typeface="Times New Roman" panose="02020603050405020304" pitchFamily="18" charset="0"/>
              </a:rPr>
              <a:t>K. V. </a:t>
            </a:r>
            <a:r>
              <a:rPr lang="en-IN" sz="2190" b="1" i="0" u="none" strike="noStrike" dirty="0" err="1">
                <a:solidFill>
                  <a:schemeClr val="bg1"/>
                </a:solidFill>
                <a:effectLst/>
                <a:latin typeface="Times New Roman" panose="02020603050405020304" pitchFamily="18" charset="0"/>
              </a:rPr>
              <a:t>Kanimozhi</a:t>
            </a:r>
            <a:r>
              <a:rPr lang="en-US" sz="2190" b="1" dirty="0">
                <a:solidFill>
                  <a:schemeClr val="bg1"/>
                </a:solidFill>
                <a:latin typeface="Times New Roman" panose="02020603050405020304" pitchFamily="18" charset="0"/>
                <a:cs typeface="Times New Roman" panose="02020603050405020304" pitchFamily="18" charset="0"/>
              </a:rPr>
              <a:t>  </a:t>
            </a:r>
          </a:p>
        </p:txBody>
      </p:sp>
      <p:pic>
        <p:nvPicPr>
          <p:cNvPr id="55" name="Picture 54">
            <a:extLst>
              <a:ext uri="{FF2B5EF4-FFF2-40B4-BE49-F238E27FC236}">
                <a16:creationId xmlns:a16="http://schemas.microsoft.com/office/drawing/2014/main" id="{D790729B-6A57-F117-53D9-3C410DD6BC96}"/>
              </a:ext>
            </a:extLst>
          </p:cNvPr>
          <p:cNvPicPr>
            <a:picLocks noChangeAspect="1"/>
          </p:cNvPicPr>
          <p:nvPr/>
        </p:nvPicPr>
        <p:blipFill>
          <a:blip r:embed="rId3"/>
          <a:stretch>
            <a:fillRect/>
          </a:stretch>
        </p:blipFill>
        <p:spPr>
          <a:xfrm>
            <a:off x="16006480" y="6721467"/>
            <a:ext cx="5014395" cy="2633699"/>
          </a:xfrm>
          <a:prstGeom prst="rect">
            <a:avLst/>
          </a:prstGeom>
        </p:spPr>
      </p:pic>
      <p:pic>
        <p:nvPicPr>
          <p:cNvPr id="57" name="Picture 56">
            <a:extLst>
              <a:ext uri="{FF2B5EF4-FFF2-40B4-BE49-F238E27FC236}">
                <a16:creationId xmlns:a16="http://schemas.microsoft.com/office/drawing/2014/main" id="{B246E06A-5C13-00F0-1D57-7CD509AAC11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6006479" y="4304976"/>
            <a:ext cx="5014395" cy="2351719"/>
          </a:xfrm>
          <a:prstGeom prst="rect">
            <a:avLst/>
          </a:prstGeom>
        </p:spPr>
      </p:pic>
      <p:pic>
        <p:nvPicPr>
          <p:cNvPr id="59" name="Picture 58">
            <a:extLst>
              <a:ext uri="{FF2B5EF4-FFF2-40B4-BE49-F238E27FC236}">
                <a16:creationId xmlns:a16="http://schemas.microsoft.com/office/drawing/2014/main" id="{83E1450B-3065-3045-D0D6-AAB4075F94F2}"/>
              </a:ext>
            </a:extLst>
          </p:cNvPr>
          <p:cNvPicPr>
            <a:picLocks noChangeAspect="1"/>
          </p:cNvPicPr>
          <p:nvPr/>
        </p:nvPicPr>
        <p:blipFill>
          <a:blip r:embed="rId5"/>
          <a:stretch>
            <a:fillRect/>
          </a:stretch>
        </p:blipFill>
        <p:spPr>
          <a:xfrm>
            <a:off x="465908" y="16854733"/>
            <a:ext cx="5616427" cy="3551228"/>
          </a:xfrm>
          <a:prstGeom prst="rect">
            <a:avLst/>
          </a:prstGeom>
        </p:spPr>
      </p:pic>
      <p:sp>
        <p:nvSpPr>
          <p:cNvPr id="3" name="Rectangle 1">
            <a:extLst>
              <a:ext uri="{FF2B5EF4-FFF2-40B4-BE49-F238E27FC236}">
                <a16:creationId xmlns:a16="http://schemas.microsoft.com/office/drawing/2014/main" id="{999EFF09-975D-5690-7068-17B8D538930B}"/>
              </a:ext>
            </a:extLst>
          </p:cNvPr>
          <p:cNvSpPr>
            <a:spLocks noChangeArrowheads="1"/>
          </p:cNvSpPr>
          <p:nvPr/>
        </p:nvSpPr>
        <p:spPr bwMode="auto">
          <a:xfrm>
            <a:off x="8421688" y="16948150"/>
            <a:ext cx="215995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graphicFrame>
        <p:nvGraphicFramePr>
          <p:cNvPr id="11" name="Table 10">
            <a:extLst>
              <a:ext uri="{FF2B5EF4-FFF2-40B4-BE49-F238E27FC236}">
                <a16:creationId xmlns:a16="http://schemas.microsoft.com/office/drawing/2014/main" id="{BD90285C-DF3A-01DF-D695-A4F1ED0BD37B}"/>
              </a:ext>
            </a:extLst>
          </p:cNvPr>
          <p:cNvGraphicFramePr>
            <a:graphicFrameLocks noGrp="1"/>
          </p:cNvGraphicFramePr>
          <p:nvPr>
            <p:extLst>
              <p:ext uri="{D42A27DB-BD31-4B8C-83A1-F6EECF244321}">
                <p14:modId xmlns:p14="http://schemas.microsoft.com/office/powerpoint/2010/main" val="4185648051"/>
              </p:ext>
            </p:extLst>
          </p:nvPr>
        </p:nvGraphicFramePr>
        <p:xfrm>
          <a:off x="6308748" y="16854734"/>
          <a:ext cx="7986372" cy="3496396"/>
        </p:xfrm>
        <a:graphic>
          <a:graphicData uri="http://schemas.openxmlformats.org/drawingml/2006/table">
            <a:tbl>
              <a:tblPr firstRow="1" bandRow="1">
                <a:tableStyleId>{5C22544A-7EE6-4342-B048-85BDC9FD1C3A}</a:tableStyleId>
              </a:tblPr>
              <a:tblGrid>
                <a:gridCol w="1331062">
                  <a:extLst>
                    <a:ext uri="{9D8B030D-6E8A-4147-A177-3AD203B41FA5}">
                      <a16:colId xmlns:a16="http://schemas.microsoft.com/office/drawing/2014/main" val="31663653"/>
                    </a:ext>
                  </a:extLst>
                </a:gridCol>
                <a:gridCol w="1331062">
                  <a:extLst>
                    <a:ext uri="{9D8B030D-6E8A-4147-A177-3AD203B41FA5}">
                      <a16:colId xmlns:a16="http://schemas.microsoft.com/office/drawing/2014/main" val="976568936"/>
                    </a:ext>
                  </a:extLst>
                </a:gridCol>
                <a:gridCol w="1331062">
                  <a:extLst>
                    <a:ext uri="{9D8B030D-6E8A-4147-A177-3AD203B41FA5}">
                      <a16:colId xmlns:a16="http://schemas.microsoft.com/office/drawing/2014/main" val="3372026914"/>
                    </a:ext>
                  </a:extLst>
                </a:gridCol>
                <a:gridCol w="1331062">
                  <a:extLst>
                    <a:ext uri="{9D8B030D-6E8A-4147-A177-3AD203B41FA5}">
                      <a16:colId xmlns:a16="http://schemas.microsoft.com/office/drawing/2014/main" val="2520669931"/>
                    </a:ext>
                  </a:extLst>
                </a:gridCol>
                <a:gridCol w="1331062">
                  <a:extLst>
                    <a:ext uri="{9D8B030D-6E8A-4147-A177-3AD203B41FA5}">
                      <a16:colId xmlns:a16="http://schemas.microsoft.com/office/drawing/2014/main" val="327411749"/>
                    </a:ext>
                  </a:extLst>
                </a:gridCol>
                <a:gridCol w="1331062">
                  <a:extLst>
                    <a:ext uri="{9D8B030D-6E8A-4147-A177-3AD203B41FA5}">
                      <a16:colId xmlns:a16="http://schemas.microsoft.com/office/drawing/2014/main" val="2798626586"/>
                    </a:ext>
                  </a:extLst>
                </a:gridCol>
              </a:tblGrid>
              <a:tr h="1324937">
                <a:tc>
                  <a:txBody>
                    <a:bodyPr/>
                    <a:lstStyle/>
                    <a:p>
                      <a:pPr algn="ctr">
                        <a:lnSpc>
                          <a:spcPct val="107000"/>
                        </a:lnSpc>
                      </a:pPr>
                      <a:endParaRPr lang="en-IN" sz="2190" kern="100" dirty="0">
                        <a:effectLst/>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7000"/>
                        </a:lnSpc>
                        <a:spcAft>
                          <a:spcPts val="800"/>
                        </a:spcAft>
                      </a:pPr>
                      <a:r>
                        <a:rPr lang="en-IN" sz="2190"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Group</a:t>
                      </a:r>
                      <a:endParaRPr lang="en-IN" sz="219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3500" marR="63500" marT="63500" marB="63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7000"/>
                        </a:lnSpc>
                        <a:spcAft>
                          <a:spcPts val="800"/>
                        </a:spcAft>
                      </a:pPr>
                      <a:r>
                        <a:rPr lang="en-IN" sz="2190"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N</a:t>
                      </a:r>
                      <a:endParaRPr lang="en-IN" sz="219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3500" marR="63500" marT="63500" marB="63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7000"/>
                        </a:lnSpc>
                        <a:spcAft>
                          <a:spcPts val="800"/>
                        </a:spcAft>
                      </a:pPr>
                      <a:r>
                        <a:rPr lang="en-IN" sz="2190"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Mean</a:t>
                      </a:r>
                      <a:endParaRPr lang="en-IN" sz="219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3500" marR="63500" marT="63500" marB="63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7000"/>
                        </a:lnSpc>
                        <a:spcAft>
                          <a:spcPts val="800"/>
                        </a:spcAft>
                      </a:pPr>
                      <a:r>
                        <a:rPr lang="en-IN" sz="2190"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Std. Deviation</a:t>
                      </a:r>
                      <a:endParaRPr lang="en-IN" sz="219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3500" marR="63500" marT="63500" marB="63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7000"/>
                        </a:lnSpc>
                        <a:spcAft>
                          <a:spcPts val="800"/>
                        </a:spcAft>
                      </a:pPr>
                      <a:r>
                        <a:rPr lang="en-IN" sz="2190"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Std. Error Mean</a:t>
                      </a:r>
                      <a:endParaRPr lang="en-IN" sz="219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3500" marR="63500" marT="63500" marB="63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61133556"/>
                  </a:ext>
                </a:extLst>
              </a:tr>
              <a:tr h="745869">
                <a:tc rowSpan="2">
                  <a:txBody>
                    <a:bodyPr/>
                    <a:lstStyle/>
                    <a:p>
                      <a:pPr algn="ctr">
                        <a:lnSpc>
                          <a:spcPct val="107000"/>
                        </a:lnSpc>
                        <a:spcAft>
                          <a:spcPts val="800"/>
                        </a:spcAft>
                      </a:pPr>
                      <a:r>
                        <a:rPr lang="en-IN" sz="2190" b="1" kern="100">
                          <a:effectLst/>
                          <a:latin typeface="Times New Roman" panose="02020603050405020304" pitchFamily="18" charset="0"/>
                          <a:ea typeface="Calibri" panose="020F0502020204030204" pitchFamily="34" charset="0"/>
                          <a:cs typeface="Times New Roman" panose="02020603050405020304" pitchFamily="18" charset="0"/>
                        </a:rPr>
                        <a:t>Accuracy</a:t>
                      </a:r>
                      <a:endParaRPr lang="en-IN" sz="2190" kern="100">
                        <a:effectLst/>
                        <a:latin typeface="Times New Roman" panose="02020603050405020304" pitchFamily="18" charset="0"/>
                        <a:ea typeface="Calibri" panose="020F0502020204030204" pitchFamily="34"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7000"/>
                        </a:lnSpc>
                        <a:spcAft>
                          <a:spcPts val="800"/>
                        </a:spcAft>
                      </a:pPr>
                      <a:r>
                        <a:rPr lang="en-IN" sz="2190" kern="100" dirty="0">
                          <a:effectLst/>
                          <a:latin typeface="Times New Roman" panose="02020603050405020304" pitchFamily="18" charset="0"/>
                          <a:ea typeface="Calibri" panose="020F0502020204030204" pitchFamily="34" charset="0"/>
                          <a:cs typeface="Times New Roman" panose="02020603050405020304" pitchFamily="18" charset="0"/>
                        </a:rPr>
                        <a:t>  Adaboost</a:t>
                      </a:r>
                    </a:p>
                  </a:txBody>
                  <a:tcPr marL="63500" marR="63500" marT="63500" marB="63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7000"/>
                        </a:lnSpc>
                        <a:spcAft>
                          <a:spcPts val="800"/>
                        </a:spcAft>
                      </a:pPr>
                      <a:r>
                        <a:rPr lang="en-IN" sz="2190" kern="100" dirty="0">
                          <a:effectLst/>
                          <a:latin typeface="Times New Roman" panose="02020603050405020304" pitchFamily="18" charset="0"/>
                          <a:ea typeface="Calibri" panose="020F0502020204030204" pitchFamily="34" charset="0"/>
                          <a:cs typeface="Times New Roman" panose="02020603050405020304" pitchFamily="18" charset="0"/>
                        </a:rPr>
                        <a:t>10</a:t>
                      </a:r>
                    </a:p>
                  </a:txBody>
                  <a:tcPr marL="63500" marR="63500" marT="63500" marB="63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7000"/>
                        </a:lnSpc>
                        <a:spcAft>
                          <a:spcPts val="800"/>
                        </a:spcAft>
                      </a:pPr>
                      <a:r>
                        <a:rPr lang="en-IN" sz="2190" kern="100">
                          <a:effectLst/>
                          <a:latin typeface="Times New Roman" panose="02020603050405020304" pitchFamily="18" charset="0"/>
                          <a:ea typeface="Calibri" panose="020F0502020204030204" pitchFamily="34" charset="0"/>
                          <a:cs typeface="Times New Roman" panose="02020603050405020304" pitchFamily="18" charset="0"/>
                        </a:rPr>
                        <a:t>97.5940</a:t>
                      </a:r>
                    </a:p>
                  </a:txBody>
                  <a:tcPr marL="63500" marR="63500" marT="63500" marB="63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7000"/>
                        </a:lnSpc>
                        <a:spcAft>
                          <a:spcPts val="800"/>
                        </a:spcAft>
                      </a:pPr>
                      <a:r>
                        <a:rPr lang="en-IN" sz="2190" kern="100" dirty="0">
                          <a:effectLst/>
                          <a:latin typeface="Times New Roman" panose="02020603050405020304" pitchFamily="18" charset="0"/>
                          <a:ea typeface="Calibri" panose="020F0502020204030204" pitchFamily="34" charset="0"/>
                          <a:cs typeface="Times New Roman" panose="02020603050405020304" pitchFamily="18" charset="0"/>
                        </a:rPr>
                        <a:t>.29387</a:t>
                      </a:r>
                    </a:p>
                  </a:txBody>
                  <a:tcPr marL="63500" marR="63500" marT="63500" marB="63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7000"/>
                        </a:lnSpc>
                        <a:spcAft>
                          <a:spcPts val="800"/>
                        </a:spcAft>
                      </a:pPr>
                      <a:r>
                        <a:rPr lang="en-IN" sz="2190" kern="100">
                          <a:effectLst/>
                          <a:latin typeface="Times New Roman" panose="02020603050405020304" pitchFamily="18" charset="0"/>
                          <a:ea typeface="Calibri" panose="020F0502020204030204" pitchFamily="34" charset="0"/>
                          <a:cs typeface="Times New Roman" panose="02020603050405020304" pitchFamily="18" charset="0"/>
                        </a:rPr>
                        <a:t>.09293</a:t>
                      </a:r>
                    </a:p>
                  </a:txBody>
                  <a:tcPr marL="63500" marR="63500" marT="63500" marB="63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17880778"/>
                  </a:ext>
                </a:extLst>
              </a:tr>
              <a:tr h="1425590">
                <a:tc vMerge="1">
                  <a:txBody>
                    <a:bodyPr/>
                    <a:lstStyle/>
                    <a:p>
                      <a:endParaRPr lang="en-IN"/>
                    </a:p>
                  </a:txBody>
                  <a:tcPr/>
                </a:tc>
                <a:tc>
                  <a:txBody>
                    <a:bodyPr/>
                    <a:lstStyle/>
                    <a:p>
                      <a:pPr algn="ctr">
                        <a:lnSpc>
                          <a:spcPct val="107000"/>
                        </a:lnSpc>
                        <a:spcAft>
                          <a:spcPts val="800"/>
                        </a:spcAft>
                      </a:pPr>
                      <a:r>
                        <a:rPr lang="en-IN" sz="2190" kern="100" dirty="0">
                          <a:effectLst/>
                          <a:latin typeface="Times New Roman" panose="02020603050405020304" pitchFamily="18" charset="0"/>
                          <a:ea typeface="Calibri" panose="020F0502020204030204" pitchFamily="34" charset="0"/>
                          <a:cs typeface="Times New Roman" panose="02020603050405020304" pitchFamily="18" charset="0"/>
                        </a:rPr>
                        <a:t>    CNN</a:t>
                      </a:r>
                    </a:p>
                  </a:txBody>
                  <a:tcPr marL="63500" marR="63500" marT="63500" marB="63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7000"/>
                        </a:lnSpc>
                        <a:spcAft>
                          <a:spcPts val="800"/>
                        </a:spcAft>
                      </a:pPr>
                      <a:r>
                        <a:rPr lang="en-IN" sz="2190" kern="100" dirty="0">
                          <a:effectLst/>
                          <a:latin typeface="Times New Roman" panose="02020603050405020304" pitchFamily="18" charset="0"/>
                          <a:ea typeface="Calibri" panose="020F0502020204030204" pitchFamily="34" charset="0"/>
                          <a:cs typeface="Times New Roman" panose="02020603050405020304" pitchFamily="18" charset="0"/>
                        </a:rPr>
                        <a:t>10</a:t>
                      </a:r>
                    </a:p>
                  </a:txBody>
                  <a:tcPr marL="63500" marR="63500" marT="63500" marB="63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7000"/>
                        </a:lnSpc>
                        <a:spcAft>
                          <a:spcPts val="800"/>
                        </a:spcAft>
                      </a:pPr>
                      <a:br>
                        <a:rPr lang="en-IN" sz="2190" kern="100" dirty="0">
                          <a:effectLst/>
                          <a:latin typeface="Times New Roman" panose="02020603050405020304" pitchFamily="18" charset="0"/>
                          <a:ea typeface="Calibri" panose="020F0502020204030204" pitchFamily="34" charset="0"/>
                          <a:cs typeface="Times New Roman" panose="02020603050405020304" pitchFamily="18" charset="0"/>
                        </a:rPr>
                      </a:br>
                      <a:r>
                        <a:rPr lang="en-IN" sz="2190" kern="100" dirty="0">
                          <a:effectLst/>
                          <a:latin typeface="Times New Roman" panose="02020603050405020304" pitchFamily="18" charset="0"/>
                          <a:ea typeface="Calibri" panose="020F0502020204030204" pitchFamily="34" charset="0"/>
                          <a:cs typeface="Times New Roman" panose="02020603050405020304" pitchFamily="18" charset="0"/>
                        </a:rPr>
                        <a:t>69.5210</a:t>
                      </a:r>
                    </a:p>
                  </a:txBody>
                  <a:tcPr marL="63500" marR="63500" marT="63500" marB="63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7000"/>
                        </a:lnSpc>
                        <a:spcAft>
                          <a:spcPts val="800"/>
                        </a:spcAft>
                      </a:pPr>
                      <a:r>
                        <a:rPr lang="en-IN" sz="2190" kern="100" dirty="0">
                          <a:effectLst/>
                          <a:latin typeface="Times New Roman" panose="02020603050405020304" pitchFamily="18" charset="0"/>
                          <a:ea typeface="Calibri" panose="020F0502020204030204" pitchFamily="34" charset="0"/>
                          <a:cs typeface="Times New Roman" panose="02020603050405020304" pitchFamily="18" charset="0"/>
                        </a:rPr>
                        <a:t>.30867</a:t>
                      </a:r>
                    </a:p>
                  </a:txBody>
                  <a:tcPr marL="63500" marR="63500" marT="63500" marB="63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7000"/>
                        </a:lnSpc>
                        <a:spcAft>
                          <a:spcPts val="800"/>
                        </a:spcAft>
                      </a:pPr>
                      <a:r>
                        <a:rPr lang="en-IN" sz="2190" kern="100" dirty="0">
                          <a:effectLst/>
                          <a:latin typeface="Times New Roman" panose="02020603050405020304" pitchFamily="18" charset="0"/>
                          <a:ea typeface="Calibri" panose="020F0502020204030204" pitchFamily="34" charset="0"/>
                          <a:cs typeface="Times New Roman" panose="02020603050405020304" pitchFamily="18" charset="0"/>
                        </a:rPr>
                        <a:t>09761</a:t>
                      </a:r>
                    </a:p>
                  </a:txBody>
                  <a:tcPr marL="63500" marR="63500" marT="63500" marB="63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56346974"/>
                  </a:ext>
                </a:extLst>
              </a:tr>
            </a:tbl>
          </a:graphicData>
        </a:graphic>
      </p:graphicFrame>
      <p:sp>
        <p:nvSpPr>
          <p:cNvPr id="14" name="Text Box 28">
            <a:extLst>
              <a:ext uri="{FF2B5EF4-FFF2-40B4-BE49-F238E27FC236}">
                <a16:creationId xmlns:a16="http://schemas.microsoft.com/office/drawing/2014/main" id="{4E735FC2-10DF-A5B8-C169-54BD1FC588AC}"/>
              </a:ext>
            </a:extLst>
          </p:cNvPr>
          <p:cNvSpPr txBox="1"/>
          <p:nvPr/>
        </p:nvSpPr>
        <p:spPr>
          <a:xfrm>
            <a:off x="14523719" y="16710388"/>
            <a:ext cx="6609897" cy="5086970"/>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Ø"/>
            </a:pPr>
            <a:r>
              <a:rPr lang="en-US" sz="2190" b="1" dirty="0">
                <a:latin typeface="Times New Roman" panose="02020603050405020304" pitchFamily="18" charset="0"/>
                <a:cs typeface="Times New Roman" panose="02020603050405020304" pitchFamily="18" charset="0"/>
              </a:rPr>
              <a:t>The testing process of the trained model is done by passing the dataset which is reserved for training purpose. By this process the accuracy, performance and precision of the trained model is obtained.</a:t>
            </a:r>
          </a:p>
          <a:p>
            <a:pPr marL="342900" indent="-342900" algn="just">
              <a:lnSpc>
                <a:spcPct val="150000"/>
              </a:lnSpc>
              <a:buFont typeface="Wingdings" panose="05000000000000000000" pitchFamily="2" charset="2"/>
              <a:buChar char="Ø"/>
            </a:pPr>
            <a:r>
              <a:rPr lang="en-US" sz="2190" b="1" dirty="0">
                <a:latin typeface="Times New Roman" panose="02020603050405020304" pitchFamily="18" charset="0"/>
                <a:cs typeface="Times New Roman" panose="02020603050405020304" pitchFamily="18" charset="0"/>
              </a:rPr>
              <a:t>The generative adversarial </a:t>
            </a:r>
            <a:r>
              <a:rPr lang="en-US" sz="2189" b="1" dirty="0">
                <a:latin typeface="Times New Roman" panose="02020603050405020304" pitchFamily="18" charset="0"/>
                <a:cs typeface="Times New Roman" panose="02020603050405020304" pitchFamily="18" charset="0"/>
              </a:rPr>
              <a:t>Adaboost Algorithm </a:t>
            </a:r>
            <a:r>
              <a:rPr lang="en-US" sz="2190" b="1" dirty="0">
                <a:latin typeface="Times New Roman" panose="02020603050405020304" pitchFamily="18" charset="0"/>
                <a:cs typeface="Times New Roman" panose="02020603050405020304" pitchFamily="18" charset="0"/>
              </a:rPr>
              <a:t>seems to perform better than </a:t>
            </a:r>
            <a:r>
              <a:rPr lang="en-US" altLang="en-IN" sz="2189" b="1" dirty="0">
                <a:latin typeface="Times New Roman" panose="02020603050405020304" pitchFamily="18" charset="0"/>
                <a:cs typeface="Times New Roman" panose="02020603050405020304" pitchFamily="18" charset="0"/>
              </a:rPr>
              <a:t>Convolutional neural </a:t>
            </a:r>
            <a:r>
              <a:rPr lang="en-US" sz="2190" b="1" dirty="0">
                <a:latin typeface="Times New Roman" panose="02020603050405020304" pitchFamily="18" charset="0"/>
                <a:cs typeface="Times New Roman" panose="02020603050405020304" pitchFamily="18" charset="0"/>
              </a:rPr>
              <a:t>classifier in this study as indicated by the significant value of p=0.001 (p&lt;0.05) is statistically significant for improving the milk production.</a:t>
            </a:r>
          </a:p>
        </p:txBody>
      </p:sp>
      <p:sp>
        <p:nvSpPr>
          <p:cNvPr id="17" name="Arrow: Right 16">
            <a:extLst>
              <a:ext uri="{FF2B5EF4-FFF2-40B4-BE49-F238E27FC236}">
                <a16:creationId xmlns:a16="http://schemas.microsoft.com/office/drawing/2014/main" id="{DB94C783-2D14-C2C2-8EE1-832FCE797F59}"/>
              </a:ext>
            </a:extLst>
          </p:cNvPr>
          <p:cNvSpPr/>
          <p:nvPr/>
        </p:nvSpPr>
        <p:spPr>
          <a:xfrm>
            <a:off x="6511307" y="12265154"/>
            <a:ext cx="1217143" cy="40757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Rectangle: Rounded Corners 17">
            <a:extLst>
              <a:ext uri="{FF2B5EF4-FFF2-40B4-BE49-F238E27FC236}">
                <a16:creationId xmlns:a16="http://schemas.microsoft.com/office/drawing/2014/main" id="{B79CBBCA-B085-3391-E221-5E643F884200}"/>
              </a:ext>
            </a:extLst>
          </p:cNvPr>
          <p:cNvSpPr/>
          <p:nvPr/>
        </p:nvSpPr>
        <p:spPr>
          <a:xfrm>
            <a:off x="10524090" y="10580504"/>
            <a:ext cx="2895762" cy="1029393"/>
          </a:xfrm>
          <a:prstGeom prst="roundRect">
            <a:avLst/>
          </a:prstGeom>
          <a:solidFill>
            <a:srgbClr val="82828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190" b="1" dirty="0">
                <a:solidFill>
                  <a:schemeClr val="tx1"/>
                </a:solidFill>
                <a:latin typeface="Times New Roman" panose="02020603050405020304" pitchFamily="18" charset="0"/>
                <a:cs typeface="Times New Roman" panose="02020603050405020304" pitchFamily="18" charset="0"/>
              </a:rPr>
              <a:t>Data Preprocessing:</a:t>
            </a:r>
          </a:p>
          <a:p>
            <a:pPr algn="ctr"/>
            <a:r>
              <a:rPr lang="en-US" sz="2190" b="1" dirty="0">
                <a:solidFill>
                  <a:schemeClr val="tx1"/>
                </a:solidFill>
                <a:latin typeface="Times New Roman" panose="02020603050405020304" pitchFamily="18" charset="0"/>
                <a:cs typeface="Times New Roman" panose="02020603050405020304" pitchFamily="18" charset="0"/>
              </a:rPr>
              <a:t>Sample set of input data</a:t>
            </a:r>
            <a:endParaRPr lang="en-IN" sz="2190" b="1" dirty="0">
              <a:solidFill>
                <a:schemeClr val="tx1"/>
              </a:solidFill>
              <a:latin typeface="Times New Roman" panose="02020603050405020304" pitchFamily="18" charset="0"/>
              <a:cs typeface="Times New Roman" panose="02020603050405020304" pitchFamily="18" charset="0"/>
            </a:endParaRPr>
          </a:p>
        </p:txBody>
      </p:sp>
      <p:sp>
        <p:nvSpPr>
          <p:cNvPr id="21" name="Arrow: Right 20">
            <a:extLst>
              <a:ext uri="{FF2B5EF4-FFF2-40B4-BE49-F238E27FC236}">
                <a16:creationId xmlns:a16="http://schemas.microsoft.com/office/drawing/2014/main" id="{B2F1741D-5382-3AB6-103F-E5AA044558F5}"/>
              </a:ext>
            </a:extLst>
          </p:cNvPr>
          <p:cNvSpPr/>
          <p:nvPr/>
        </p:nvSpPr>
        <p:spPr>
          <a:xfrm>
            <a:off x="13479171" y="11041653"/>
            <a:ext cx="809264" cy="29483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5" name="Picture 24">
            <a:extLst>
              <a:ext uri="{FF2B5EF4-FFF2-40B4-BE49-F238E27FC236}">
                <a16:creationId xmlns:a16="http://schemas.microsoft.com/office/drawing/2014/main" id="{3425BA54-CC8C-17ED-7C8C-CDDDA6B0833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4328524" y="10236391"/>
            <a:ext cx="2143125" cy="2143125"/>
          </a:xfrm>
          <a:prstGeom prst="rect">
            <a:avLst/>
          </a:prstGeom>
        </p:spPr>
      </p:pic>
      <p:cxnSp>
        <p:nvCxnSpPr>
          <p:cNvPr id="27" name="Straight Arrow Connector 26">
            <a:extLst>
              <a:ext uri="{FF2B5EF4-FFF2-40B4-BE49-F238E27FC236}">
                <a16:creationId xmlns:a16="http://schemas.microsoft.com/office/drawing/2014/main" id="{7623CCDE-13CF-3F97-62DB-92113ADCA345}"/>
              </a:ext>
            </a:extLst>
          </p:cNvPr>
          <p:cNvCxnSpPr/>
          <p:nvPr/>
        </p:nvCxnSpPr>
        <p:spPr>
          <a:xfrm flipV="1">
            <a:off x="16543736" y="10472004"/>
            <a:ext cx="793595" cy="615516"/>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FB4C97FA-98A3-6699-D67B-6449C3E4BCE5}"/>
              </a:ext>
            </a:extLst>
          </p:cNvPr>
          <p:cNvCxnSpPr/>
          <p:nvPr/>
        </p:nvCxnSpPr>
        <p:spPr>
          <a:xfrm>
            <a:off x="16528067" y="11394432"/>
            <a:ext cx="793595" cy="467174"/>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30" name="Rectangle: Rounded Corners 29">
            <a:extLst>
              <a:ext uri="{FF2B5EF4-FFF2-40B4-BE49-F238E27FC236}">
                <a16:creationId xmlns:a16="http://schemas.microsoft.com/office/drawing/2014/main" id="{49CF4B47-B88E-677E-2641-209E3B711598}"/>
              </a:ext>
            </a:extLst>
          </p:cNvPr>
          <p:cNvSpPr/>
          <p:nvPr/>
        </p:nvSpPr>
        <p:spPr>
          <a:xfrm>
            <a:off x="17435552" y="10206661"/>
            <a:ext cx="2594405" cy="863112"/>
          </a:xfrm>
          <a:prstGeom prst="round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190" b="1" dirty="0">
                <a:solidFill>
                  <a:schemeClr val="tx1"/>
                </a:solidFill>
                <a:latin typeface="Times New Roman" panose="02020603050405020304" pitchFamily="18" charset="0"/>
                <a:cs typeface="Times New Roman" panose="02020603050405020304" pitchFamily="18" charset="0"/>
              </a:rPr>
              <a:t>Train </a:t>
            </a:r>
          </a:p>
          <a:p>
            <a:pPr algn="ctr"/>
            <a:r>
              <a:rPr lang="en-US" sz="2190" b="1" dirty="0">
                <a:solidFill>
                  <a:schemeClr val="tx1"/>
                </a:solidFill>
                <a:latin typeface="Times New Roman" panose="02020603050405020304" pitchFamily="18" charset="0"/>
                <a:cs typeface="Times New Roman" panose="02020603050405020304" pitchFamily="18" charset="0"/>
              </a:rPr>
              <a:t>Dataset</a:t>
            </a:r>
            <a:endParaRPr lang="en-IN" sz="2190" b="1" dirty="0">
              <a:solidFill>
                <a:schemeClr val="tx1"/>
              </a:solidFill>
              <a:latin typeface="Times New Roman" panose="02020603050405020304" pitchFamily="18" charset="0"/>
              <a:cs typeface="Times New Roman" panose="02020603050405020304" pitchFamily="18" charset="0"/>
            </a:endParaRPr>
          </a:p>
        </p:txBody>
      </p:sp>
      <p:sp>
        <p:nvSpPr>
          <p:cNvPr id="31" name="Rectangle: Rounded Corners 30">
            <a:extLst>
              <a:ext uri="{FF2B5EF4-FFF2-40B4-BE49-F238E27FC236}">
                <a16:creationId xmlns:a16="http://schemas.microsoft.com/office/drawing/2014/main" id="{7473CCE1-C78B-B1C2-2914-F8F1B3DC95DC}"/>
              </a:ext>
            </a:extLst>
          </p:cNvPr>
          <p:cNvSpPr/>
          <p:nvPr/>
        </p:nvSpPr>
        <p:spPr>
          <a:xfrm>
            <a:off x="17435552" y="11472014"/>
            <a:ext cx="2627717" cy="863112"/>
          </a:xfrm>
          <a:prstGeom prst="round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190" b="1" dirty="0">
                <a:solidFill>
                  <a:schemeClr val="tx1"/>
                </a:solidFill>
                <a:latin typeface="Times New Roman" panose="02020603050405020304" pitchFamily="18" charset="0"/>
                <a:cs typeface="Times New Roman" panose="02020603050405020304" pitchFamily="18" charset="0"/>
              </a:rPr>
              <a:t>Test Dataset</a:t>
            </a:r>
            <a:endParaRPr lang="en-IN" sz="2190" b="1" dirty="0">
              <a:solidFill>
                <a:schemeClr val="tx1"/>
              </a:solidFill>
              <a:latin typeface="Times New Roman" panose="02020603050405020304" pitchFamily="18" charset="0"/>
              <a:cs typeface="Times New Roman" panose="02020603050405020304" pitchFamily="18" charset="0"/>
            </a:endParaRPr>
          </a:p>
        </p:txBody>
      </p:sp>
      <p:sp>
        <p:nvSpPr>
          <p:cNvPr id="32" name="Right Bracket 31">
            <a:extLst>
              <a:ext uri="{FF2B5EF4-FFF2-40B4-BE49-F238E27FC236}">
                <a16:creationId xmlns:a16="http://schemas.microsoft.com/office/drawing/2014/main" id="{0EE035D2-1FB8-F184-0D78-62B71EA52403}"/>
              </a:ext>
            </a:extLst>
          </p:cNvPr>
          <p:cNvSpPr/>
          <p:nvPr/>
        </p:nvSpPr>
        <p:spPr>
          <a:xfrm>
            <a:off x="20060437" y="10616127"/>
            <a:ext cx="329735" cy="1111729"/>
          </a:xfrm>
          <a:prstGeom prst="rightBracket">
            <a:avLst/>
          </a:prstGeom>
          <a:ln w="571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33" name="Arrow: Bent 32">
            <a:extLst>
              <a:ext uri="{FF2B5EF4-FFF2-40B4-BE49-F238E27FC236}">
                <a16:creationId xmlns:a16="http://schemas.microsoft.com/office/drawing/2014/main" id="{D197F365-9395-ED3B-CF9F-E991F3532B17}"/>
              </a:ext>
            </a:extLst>
          </p:cNvPr>
          <p:cNvSpPr/>
          <p:nvPr/>
        </p:nvSpPr>
        <p:spPr>
          <a:xfrm rot="5400000">
            <a:off x="19787331" y="11666718"/>
            <a:ext cx="1544520" cy="329735"/>
          </a:xfrm>
          <a:prstGeom prst="bentArrow">
            <a:avLst>
              <a:gd name="adj1" fmla="val 25000"/>
              <a:gd name="adj2" fmla="val 18053"/>
              <a:gd name="adj3" fmla="val 25000"/>
              <a:gd name="adj4" fmla="val 4375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34" name="Rectangle: Rounded Corners 33">
            <a:extLst>
              <a:ext uri="{FF2B5EF4-FFF2-40B4-BE49-F238E27FC236}">
                <a16:creationId xmlns:a16="http://schemas.microsoft.com/office/drawing/2014/main" id="{20196BC9-7E6A-23C3-12B7-7F0898EE5DF4}"/>
              </a:ext>
            </a:extLst>
          </p:cNvPr>
          <p:cNvSpPr/>
          <p:nvPr/>
        </p:nvSpPr>
        <p:spPr>
          <a:xfrm>
            <a:off x="17642362" y="12635357"/>
            <a:ext cx="3374269" cy="966411"/>
          </a:xfrm>
          <a:prstGeom prst="roundRect">
            <a:avLst/>
          </a:prstGeom>
          <a:solidFill>
            <a:schemeClr val="bg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190" b="1" dirty="0">
                <a:solidFill>
                  <a:schemeClr val="tx1"/>
                </a:solidFill>
                <a:latin typeface="Times New Roman" panose="02020603050405020304" pitchFamily="18" charset="0"/>
                <a:cs typeface="Times New Roman" panose="02020603050405020304" pitchFamily="18" charset="0"/>
              </a:rPr>
              <a:t>Adaboost Model</a:t>
            </a:r>
            <a:endParaRPr lang="en-IN" sz="2190" b="1" dirty="0">
              <a:solidFill>
                <a:schemeClr val="tx1"/>
              </a:solidFill>
              <a:latin typeface="Times New Roman" panose="02020603050405020304" pitchFamily="18" charset="0"/>
              <a:cs typeface="Times New Roman" panose="02020603050405020304" pitchFamily="18" charset="0"/>
            </a:endParaRPr>
          </a:p>
        </p:txBody>
      </p:sp>
      <p:sp>
        <p:nvSpPr>
          <p:cNvPr id="35" name="Rectangle: Rounded Corners 34">
            <a:extLst>
              <a:ext uri="{FF2B5EF4-FFF2-40B4-BE49-F238E27FC236}">
                <a16:creationId xmlns:a16="http://schemas.microsoft.com/office/drawing/2014/main" id="{A01822E9-01A0-9708-2653-F64BDBBC4D80}"/>
              </a:ext>
            </a:extLst>
          </p:cNvPr>
          <p:cNvSpPr/>
          <p:nvPr/>
        </p:nvSpPr>
        <p:spPr>
          <a:xfrm>
            <a:off x="8287685" y="13456772"/>
            <a:ext cx="3750625" cy="1354383"/>
          </a:xfrm>
          <a:prstGeom prst="roundRect">
            <a:avLst/>
          </a:prstGeom>
          <a:solidFill>
            <a:schemeClr val="bg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190" b="1" dirty="0">
                <a:solidFill>
                  <a:schemeClr val="tx1"/>
                </a:solidFill>
                <a:latin typeface="Times New Roman" panose="02020603050405020304" pitchFamily="18" charset="0"/>
                <a:cs typeface="Times New Roman" panose="02020603050405020304" pitchFamily="18" charset="0"/>
              </a:rPr>
              <a:t>Better accuracy:</a:t>
            </a:r>
            <a:endParaRPr lang="en-IN" sz="2190" b="1" dirty="0">
              <a:solidFill>
                <a:schemeClr val="tx1"/>
              </a:solidFill>
              <a:latin typeface="Times New Roman" panose="02020603050405020304" pitchFamily="18" charset="0"/>
              <a:cs typeface="Times New Roman" panose="02020603050405020304" pitchFamily="18" charset="0"/>
            </a:endParaRPr>
          </a:p>
          <a:p>
            <a:pPr algn="ctr"/>
            <a:r>
              <a:rPr lang="en-IN" sz="2190" b="1" dirty="0">
                <a:solidFill>
                  <a:schemeClr val="tx1"/>
                </a:solidFill>
                <a:latin typeface="Times New Roman" panose="02020603050405020304" pitchFamily="18" charset="0"/>
                <a:cs typeface="Times New Roman" panose="02020603050405020304" pitchFamily="18" charset="0"/>
              </a:rPr>
              <a:t>Algorithm that gives better accuracy compare with others</a:t>
            </a:r>
            <a:endParaRPr lang="en-US" sz="2190" b="1" dirty="0">
              <a:solidFill>
                <a:schemeClr val="tx1"/>
              </a:solidFill>
              <a:latin typeface="Times New Roman" panose="02020603050405020304" pitchFamily="18" charset="0"/>
              <a:cs typeface="Times New Roman" panose="02020603050405020304" pitchFamily="18" charset="0"/>
            </a:endParaRPr>
          </a:p>
        </p:txBody>
      </p:sp>
      <p:sp>
        <p:nvSpPr>
          <p:cNvPr id="37" name="Rectangle: Rounded Corners 36">
            <a:extLst>
              <a:ext uri="{FF2B5EF4-FFF2-40B4-BE49-F238E27FC236}">
                <a16:creationId xmlns:a16="http://schemas.microsoft.com/office/drawing/2014/main" id="{5746F217-F33A-5509-60EC-7B15C9657B63}"/>
              </a:ext>
            </a:extLst>
          </p:cNvPr>
          <p:cNvSpPr/>
          <p:nvPr/>
        </p:nvSpPr>
        <p:spPr>
          <a:xfrm>
            <a:off x="13207852" y="13584931"/>
            <a:ext cx="3374269" cy="966411"/>
          </a:xfrm>
          <a:prstGeom prst="round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190" b="1" dirty="0" err="1">
                <a:solidFill>
                  <a:schemeClr val="tx1"/>
                </a:solidFill>
                <a:latin typeface="Times New Roman" panose="02020603050405020304" pitchFamily="18" charset="0"/>
                <a:cs typeface="Times New Roman" panose="02020603050405020304" pitchFamily="18" charset="0"/>
              </a:rPr>
              <a:t>Campare</a:t>
            </a:r>
            <a:r>
              <a:rPr lang="en-US" sz="2190" b="1" dirty="0">
                <a:solidFill>
                  <a:schemeClr val="tx1"/>
                </a:solidFill>
                <a:latin typeface="Times New Roman" panose="02020603050405020304" pitchFamily="18" charset="0"/>
                <a:cs typeface="Times New Roman" panose="02020603050405020304" pitchFamily="18" charset="0"/>
              </a:rPr>
              <a:t> With CNN  Model</a:t>
            </a:r>
            <a:endParaRPr lang="en-IN" sz="2190" b="1" dirty="0">
              <a:solidFill>
                <a:schemeClr val="tx1"/>
              </a:solidFill>
              <a:latin typeface="Times New Roman" panose="02020603050405020304" pitchFamily="18" charset="0"/>
              <a:cs typeface="Times New Roman" panose="02020603050405020304" pitchFamily="18" charset="0"/>
            </a:endParaRPr>
          </a:p>
        </p:txBody>
      </p:sp>
      <p:sp>
        <p:nvSpPr>
          <p:cNvPr id="40" name="Arrow: Bent-Up 39">
            <a:extLst>
              <a:ext uri="{FF2B5EF4-FFF2-40B4-BE49-F238E27FC236}">
                <a16:creationId xmlns:a16="http://schemas.microsoft.com/office/drawing/2014/main" id="{46F31FBB-6F98-2001-CDE7-80B044C111ED}"/>
              </a:ext>
            </a:extLst>
          </p:cNvPr>
          <p:cNvSpPr/>
          <p:nvPr/>
        </p:nvSpPr>
        <p:spPr>
          <a:xfrm>
            <a:off x="10532819" y="11675070"/>
            <a:ext cx="809264" cy="843417"/>
          </a:xfrm>
          <a:prstGeom prst="bentUpArrow">
            <a:avLst>
              <a:gd name="adj1" fmla="val 25000"/>
              <a:gd name="adj2" fmla="val 24058"/>
              <a:gd name="adj3" fmla="val 3065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cxnSp>
        <p:nvCxnSpPr>
          <p:cNvPr id="41" name="Connector: Elbow 40">
            <a:extLst>
              <a:ext uri="{FF2B5EF4-FFF2-40B4-BE49-F238E27FC236}">
                <a16:creationId xmlns:a16="http://schemas.microsoft.com/office/drawing/2014/main" id="{5B5FAF5F-AAC8-2F2D-A056-486287460582}"/>
              </a:ext>
            </a:extLst>
          </p:cNvPr>
          <p:cNvCxnSpPr/>
          <p:nvPr/>
        </p:nvCxnSpPr>
        <p:spPr>
          <a:xfrm rot="10800000" flipV="1">
            <a:off x="16558698" y="13118562"/>
            <a:ext cx="1083665" cy="718128"/>
          </a:xfrm>
          <a:prstGeom prst="bentConnector3">
            <a:avLst>
              <a:gd name="adj1" fmla="val 52813"/>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43" name="Arrow: Right 42">
            <a:extLst>
              <a:ext uri="{FF2B5EF4-FFF2-40B4-BE49-F238E27FC236}">
                <a16:creationId xmlns:a16="http://schemas.microsoft.com/office/drawing/2014/main" id="{EE23E91E-E779-6508-6F2A-152D175D88CA}"/>
              </a:ext>
            </a:extLst>
          </p:cNvPr>
          <p:cNvSpPr/>
          <p:nvPr/>
        </p:nvSpPr>
        <p:spPr>
          <a:xfrm rot="10800000">
            <a:off x="12106291" y="13908954"/>
            <a:ext cx="1013854" cy="32639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4" name="Arrow: Down 43">
            <a:extLst>
              <a:ext uri="{FF2B5EF4-FFF2-40B4-BE49-F238E27FC236}">
                <a16:creationId xmlns:a16="http://schemas.microsoft.com/office/drawing/2014/main" id="{828ABA98-D55D-0E71-FB5D-3B2A0FFA1735}"/>
              </a:ext>
            </a:extLst>
          </p:cNvPr>
          <p:cNvSpPr/>
          <p:nvPr/>
        </p:nvSpPr>
        <p:spPr>
          <a:xfrm>
            <a:off x="19156200" y="13724243"/>
            <a:ext cx="229080" cy="457327"/>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5" name="Oval 44">
            <a:extLst>
              <a:ext uri="{FF2B5EF4-FFF2-40B4-BE49-F238E27FC236}">
                <a16:creationId xmlns:a16="http://schemas.microsoft.com/office/drawing/2014/main" id="{6185DB33-08C1-C298-4050-658975C7D02C}"/>
              </a:ext>
            </a:extLst>
          </p:cNvPr>
          <p:cNvSpPr/>
          <p:nvPr/>
        </p:nvSpPr>
        <p:spPr>
          <a:xfrm>
            <a:off x="17435552" y="14307928"/>
            <a:ext cx="3621582" cy="1230883"/>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190" b="1" dirty="0">
                <a:solidFill>
                  <a:schemeClr val="tx1"/>
                </a:solidFill>
                <a:latin typeface="Times New Roman" panose="02020603050405020304" pitchFamily="18" charset="0"/>
                <a:cs typeface="Times New Roman" panose="02020603050405020304" pitchFamily="18" charset="0"/>
              </a:rPr>
              <a:t>Adjust Model</a:t>
            </a:r>
          </a:p>
          <a:p>
            <a:pPr algn="ctr"/>
            <a:r>
              <a:rPr lang="en-US" sz="2190" b="1" dirty="0">
                <a:solidFill>
                  <a:schemeClr val="tx1"/>
                </a:solidFill>
                <a:latin typeface="Times New Roman" panose="02020603050405020304" pitchFamily="18" charset="0"/>
                <a:cs typeface="Times New Roman" panose="02020603050405020304" pitchFamily="18" charset="0"/>
              </a:rPr>
              <a:t>Parameters</a:t>
            </a:r>
            <a:endParaRPr lang="en-IN" sz="2190" b="1" dirty="0">
              <a:solidFill>
                <a:schemeClr val="tx1"/>
              </a:solidFill>
              <a:latin typeface="Times New Roman" panose="02020603050405020304" pitchFamily="18" charset="0"/>
              <a:cs typeface="Times New Roman" panose="02020603050405020304" pitchFamily="18" charset="0"/>
            </a:endParaRPr>
          </a:p>
        </p:txBody>
      </p:sp>
      <p:sp>
        <p:nvSpPr>
          <p:cNvPr id="46" name="Arrow: Left 45">
            <a:extLst>
              <a:ext uri="{FF2B5EF4-FFF2-40B4-BE49-F238E27FC236}">
                <a16:creationId xmlns:a16="http://schemas.microsoft.com/office/drawing/2014/main" id="{BD1E4DE3-F93E-6A2B-E975-73004F8008C7}"/>
              </a:ext>
            </a:extLst>
          </p:cNvPr>
          <p:cNvSpPr/>
          <p:nvPr/>
        </p:nvSpPr>
        <p:spPr>
          <a:xfrm>
            <a:off x="7111725" y="14089772"/>
            <a:ext cx="1107977" cy="267337"/>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7" name="Rectangle: Rounded Corners 46">
            <a:extLst>
              <a:ext uri="{FF2B5EF4-FFF2-40B4-BE49-F238E27FC236}">
                <a16:creationId xmlns:a16="http://schemas.microsoft.com/office/drawing/2014/main" id="{7A7E3671-E860-5FC0-534D-D3425119D1B4}"/>
              </a:ext>
            </a:extLst>
          </p:cNvPr>
          <p:cNvSpPr/>
          <p:nvPr/>
        </p:nvSpPr>
        <p:spPr>
          <a:xfrm>
            <a:off x="7754846" y="12020118"/>
            <a:ext cx="2744151" cy="804171"/>
          </a:xfrm>
          <a:prstGeom prst="round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190" b="1" dirty="0">
                <a:solidFill>
                  <a:schemeClr val="tx1"/>
                </a:solidFill>
                <a:latin typeface="Times New Roman" panose="02020603050405020304" pitchFamily="18" charset="0"/>
                <a:cs typeface="Times New Roman" panose="02020603050405020304" pitchFamily="18" charset="0"/>
              </a:rPr>
              <a:t>Explore data</a:t>
            </a:r>
            <a:endParaRPr lang="en-IN" sz="2190" b="1" dirty="0">
              <a:solidFill>
                <a:schemeClr val="tx1"/>
              </a:solidFill>
              <a:latin typeface="Times New Roman" panose="02020603050405020304" pitchFamily="18" charset="0"/>
              <a:cs typeface="Times New Roman" panose="02020603050405020304" pitchFamily="18" charset="0"/>
            </a:endParaRPr>
          </a:p>
        </p:txBody>
      </p:sp>
      <p:pic>
        <p:nvPicPr>
          <p:cNvPr id="48" name="Picture 47">
            <a:extLst>
              <a:ext uri="{FF2B5EF4-FFF2-40B4-BE49-F238E27FC236}">
                <a16:creationId xmlns:a16="http://schemas.microsoft.com/office/drawing/2014/main" id="{B1B36EBE-F482-1801-350A-6BD801F565E7}"/>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73573" y="11312834"/>
            <a:ext cx="2226193" cy="2143125"/>
          </a:xfrm>
          <a:prstGeom prst="rect">
            <a:avLst/>
          </a:prstGeom>
        </p:spPr>
      </p:pic>
      <p:sp>
        <p:nvSpPr>
          <p:cNvPr id="51" name="Arrow: Right 50">
            <a:extLst>
              <a:ext uri="{FF2B5EF4-FFF2-40B4-BE49-F238E27FC236}">
                <a16:creationId xmlns:a16="http://schemas.microsoft.com/office/drawing/2014/main" id="{7361C2A1-3E79-F223-7242-6CC30A575E87}"/>
              </a:ext>
            </a:extLst>
          </p:cNvPr>
          <p:cNvSpPr/>
          <p:nvPr/>
        </p:nvSpPr>
        <p:spPr>
          <a:xfrm>
            <a:off x="2657485" y="12275850"/>
            <a:ext cx="952587" cy="39685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2" name="Rectangle: Rounded Corners 51">
            <a:extLst>
              <a:ext uri="{FF2B5EF4-FFF2-40B4-BE49-F238E27FC236}">
                <a16:creationId xmlns:a16="http://schemas.microsoft.com/office/drawing/2014/main" id="{D4135548-F629-F0E2-BE59-C7F6F1BCBD75}"/>
              </a:ext>
            </a:extLst>
          </p:cNvPr>
          <p:cNvSpPr/>
          <p:nvPr/>
        </p:nvSpPr>
        <p:spPr>
          <a:xfrm>
            <a:off x="3623646" y="12003280"/>
            <a:ext cx="2854265" cy="943112"/>
          </a:xfrm>
          <a:prstGeom prst="roundRect">
            <a:avLst/>
          </a:prstGeom>
          <a:solidFill>
            <a:srgbClr val="82828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190" b="1" dirty="0">
                <a:solidFill>
                  <a:schemeClr val="tx1"/>
                </a:solidFill>
                <a:latin typeface="Times New Roman" panose="02020603050405020304" pitchFamily="18" charset="0"/>
                <a:cs typeface="Times New Roman" panose="02020603050405020304" pitchFamily="18" charset="0"/>
              </a:rPr>
              <a:t>Data collection:</a:t>
            </a:r>
          </a:p>
          <a:p>
            <a:pPr algn="ctr"/>
            <a:r>
              <a:rPr lang="en-US" sz="2190" b="1" dirty="0">
                <a:solidFill>
                  <a:schemeClr val="tx1"/>
                </a:solidFill>
                <a:latin typeface="Times New Roman" panose="02020603050405020304" pitchFamily="18" charset="0"/>
                <a:cs typeface="Times New Roman" panose="02020603050405020304" pitchFamily="18" charset="0"/>
              </a:rPr>
              <a:t>Organized data collected.</a:t>
            </a:r>
            <a:endParaRPr lang="en-IN" sz="2190" b="1" dirty="0">
              <a:solidFill>
                <a:schemeClr val="tx1"/>
              </a:solidFill>
              <a:latin typeface="Times New Roman" panose="02020603050405020304" pitchFamily="18" charset="0"/>
              <a:cs typeface="Times New Roman" panose="02020603050405020304" pitchFamily="18" charset="0"/>
            </a:endParaRPr>
          </a:p>
        </p:txBody>
      </p:sp>
      <p:pic>
        <p:nvPicPr>
          <p:cNvPr id="53" name="Picture 52">
            <a:extLst>
              <a:ext uri="{FF2B5EF4-FFF2-40B4-BE49-F238E27FC236}">
                <a16:creationId xmlns:a16="http://schemas.microsoft.com/office/drawing/2014/main" id="{916497C9-4971-41EB-6C39-6EF89A7A4AD3}"/>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930459" y="13187205"/>
            <a:ext cx="2143125" cy="2143125"/>
          </a:xfrm>
          <a:prstGeom prst="rect">
            <a:avLst/>
          </a:prstGeom>
        </p:spPr>
      </p:pic>
      <p:sp>
        <p:nvSpPr>
          <p:cNvPr id="54" name="Oval 53">
            <a:extLst>
              <a:ext uri="{FF2B5EF4-FFF2-40B4-BE49-F238E27FC236}">
                <a16:creationId xmlns:a16="http://schemas.microsoft.com/office/drawing/2014/main" id="{58EF34D4-3222-4C3A-1CC8-94E6FAFE3F28}"/>
              </a:ext>
            </a:extLst>
          </p:cNvPr>
          <p:cNvSpPr/>
          <p:nvPr/>
        </p:nvSpPr>
        <p:spPr>
          <a:xfrm>
            <a:off x="7943192" y="10456691"/>
            <a:ext cx="2480922" cy="880030"/>
          </a:xfrm>
          <a:prstGeom prst="ellipse">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190" b="1" dirty="0">
                <a:solidFill>
                  <a:schemeClr val="tx1"/>
                </a:solidFill>
                <a:latin typeface="Times New Roman" panose="02020603050405020304" pitchFamily="18" charset="0"/>
                <a:cs typeface="Times New Roman" panose="02020603050405020304" pitchFamily="18" charset="0"/>
              </a:rPr>
              <a:t>Analyze</a:t>
            </a:r>
          </a:p>
          <a:p>
            <a:pPr algn="ctr"/>
            <a:r>
              <a:rPr lang="en-US" sz="2190" b="1" dirty="0">
                <a:solidFill>
                  <a:schemeClr val="tx1"/>
                </a:solidFill>
                <a:latin typeface="Times New Roman" panose="02020603050405020304" pitchFamily="18" charset="0"/>
                <a:cs typeface="Times New Roman" panose="02020603050405020304" pitchFamily="18" charset="0"/>
              </a:rPr>
              <a:t>Data</a:t>
            </a:r>
            <a:endParaRPr lang="en-IN" sz="2190" b="1" dirty="0">
              <a:solidFill>
                <a:schemeClr val="tx1"/>
              </a:solidFill>
              <a:latin typeface="Times New Roman" panose="02020603050405020304" pitchFamily="18" charset="0"/>
              <a:cs typeface="Times New Roman" panose="02020603050405020304" pitchFamily="18" charset="0"/>
            </a:endParaRPr>
          </a:p>
        </p:txBody>
      </p:sp>
      <p:sp>
        <p:nvSpPr>
          <p:cNvPr id="56" name="Text Box 40">
            <a:extLst>
              <a:ext uri="{FF2B5EF4-FFF2-40B4-BE49-F238E27FC236}">
                <a16:creationId xmlns:a16="http://schemas.microsoft.com/office/drawing/2014/main" id="{CEFC99CD-A0C0-7176-1E11-9871FC89A7DB}"/>
              </a:ext>
            </a:extLst>
          </p:cNvPr>
          <p:cNvSpPr txBox="1"/>
          <p:nvPr/>
        </p:nvSpPr>
        <p:spPr>
          <a:xfrm>
            <a:off x="8361279" y="14938179"/>
            <a:ext cx="5117892" cy="765730"/>
          </a:xfrm>
          <a:prstGeom prst="rect">
            <a:avLst/>
          </a:prstGeom>
          <a:noFill/>
        </p:spPr>
        <p:txBody>
          <a:bodyPr wrap="square" rtlCol="0">
            <a:spAutoFit/>
          </a:bodyPr>
          <a:lstStyle/>
          <a:p>
            <a:r>
              <a:rPr lang="en-US" sz="2189" b="1" dirty="0">
                <a:latin typeface="Times New Roman" panose="02020603050405020304" pitchFamily="18" charset="0"/>
                <a:cs typeface="Times New Roman" panose="02020603050405020304" pitchFamily="18" charset="0"/>
              </a:rPr>
              <a:t>                                                  </a:t>
            </a:r>
          </a:p>
          <a:p>
            <a:pPr algn="ctr"/>
            <a:r>
              <a:rPr lang="en-US" sz="2189" b="1" dirty="0">
                <a:latin typeface="Times New Roman" panose="02020603050405020304" pitchFamily="18" charset="0"/>
                <a:cs typeface="Times New Roman" panose="02020603050405020304" pitchFamily="18" charset="0"/>
              </a:rPr>
              <a:t> </a:t>
            </a:r>
            <a:r>
              <a:rPr lang="en-US" sz="2190" b="1" i="0" u="none" strike="noStrike" dirty="0">
                <a:solidFill>
                  <a:srgbClr val="000000"/>
                </a:solidFill>
                <a:effectLst/>
                <a:latin typeface="Times New Roman" panose="02020603050405020304" pitchFamily="18" charset="0"/>
              </a:rPr>
              <a:t>Efficient Predicting of Milk Production</a:t>
            </a:r>
            <a:r>
              <a:rPr lang="en-US" sz="2190" b="1" dirty="0">
                <a:solidFill>
                  <a:srgbClr val="000000"/>
                </a:solidFill>
                <a:latin typeface="Times New Roman" panose="02020603050405020304" pitchFamily="18" charset="0"/>
              </a:rPr>
              <a:t>.</a:t>
            </a:r>
            <a:endParaRPr lang="en-US" sz="2189" b="1" dirty="0">
              <a:latin typeface="Times New Roman" panose="02020603050405020304" pitchFamily="18" charset="0"/>
              <a:cs typeface="Times New Roman" panose="02020603050405020304" pitchFamily="18" charset="0"/>
            </a:endParaRPr>
          </a:p>
        </p:txBody>
      </p:sp>
      <p:sp>
        <p:nvSpPr>
          <p:cNvPr id="58" name="Arrow: Up 57">
            <a:extLst>
              <a:ext uri="{FF2B5EF4-FFF2-40B4-BE49-F238E27FC236}">
                <a16:creationId xmlns:a16="http://schemas.microsoft.com/office/drawing/2014/main" id="{DDF418D0-2ECB-E968-5271-E7CAF41E40B7}"/>
              </a:ext>
            </a:extLst>
          </p:cNvPr>
          <p:cNvSpPr/>
          <p:nvPr/>
        </p:nvSpPr>
        <p:spPr>
          <a:xfrm>
            <a:off x="9040662" y="11383196"/>
            <a:ext cx="180583" cy="565815"/>
          </a:xfrm>
          <a:prstGeom prs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1" name="TextBox 60">
            <a:extLst>
              <a:ext uri="{FF2B5EF4-FFF2-40B4-BE49-F238E27FC236}">
                <a16:creationId xmlns:a16="http://schemas.microsoft.com/office/drawing/2014/main" id="{26B2BFFA-39A8-87A8-D3FD-8CD57722D5D9}"/>
              </a:ext>
            </a:extLst>
          </p:cNvPr>
          <p:cNvSpPr txBox="1"/>
          <p:nvPr/>
        </p:nvSpPr>
        <p:spPr>
          <a:xfrm>
            <a:off x="437139" y="10868128"/>
            <a:ext cx="2089821" cy="429348"/>
          </a:xfrm>
          <a:prstGeom prst="rect">
            <a:avLst/>
          </a:prstGeom>
          <a:noFill/>
        </p:spPr>
        <p:txBody>
          <a:bodyPr wrap="square" rtlCol="0">
            <a:spAutoFit/>
          </a:bodyPr>
          <a:lstStyle/>
          <a:p>
            <a:r>
              <a:rPr lang="en-US" sz="2190" b="1" dirty="0">
                <a:latin typeface="Times New Roman" panose="02020603050405020304" pitchFamily="18" charset="0"/>
                <a:cs typeface="Times New Roman" panose="02020603050405020304" pitchFamily="18" charset="0"/>
              </a:rPr>
              <a:t>Data Collection</a:t>
            </a:r>
            <a:endParaRPr lang="en-IN" sz="2190" b="1" dirty="0">
              <a:latin typeface="Times New Roman" panose="02020603050405020304" pitchFamily="18" charset="0"/>
              <a:cs typeface="Times New Roman" panose="02020603050405020304" pitchFamily="18" charset="0"/>
            </a:endParaRPr>
          </a:p>
        </p:txBody>
      </p:sp>
      <p:sp>
        <p:nvSpPr>
          <p:cNvPr id="62" name="TextBox 61">
            <a:extLst>
              <a:ext uri="{FF2B5EF4-FFF2-40B4-BE49-F238E27FC236}">
                <a16:creationId xmlns:a16="http://schemas.microsoft.com/office/drawing/2014/main" id="{AFEDAB77-F764-0773-079D-762DB83CFE11}"/>
              </a:ext>
            </a:extLst>
          </p:cNvPr>
          <p:cNvSpPr txBox="1"/>
          <p:nvPr/>
        </p:nvSpPr>
        <p:spPr>
          <a:xfrm>
            <a:off x="14704536" y="12312261"/>
            <a:ext cx="2089821" cy="429348"/>
          </a:xfrm>
          <a:prstGeom prst="rect">
            <a:avLst/>
          </a:prstGeom>
          <a:noFill/>
        </p:spPr>
        <p:txBody>
          <a:bodyPr wrap="square" rtlCol="0">
            <a:spAutoFit/>
          </a:bodyPr>
          <a:lstStyle/>
          <a:p>
            <a:r>
              <a:rPr lang="en-US" sz="2190" b="1" dirty="0">
                <a:latin typeface="Times New Roman" panose="02020603050405020304" pitchFamily="18" charset="0"/>
                <a:cs typeface="Times New Roman" panose="02020603050405020304" pitchFamily="18" charset="0"/>
              </a:rPr>
              <a:t>Split Data</a:t>
            </a:r>
            <a:endParaRPr lang="en-IN" sz="2190" b="1" dirty="0">
              <a:latin typeface="Times New Roman" panose="02020603050405020304" pitchFamily="18" charset="0"/>
              <a:cs typeface="Times New Roman" panose="02020603050405020304" pitchFamily="18" charset="0"/>
            </a:endParaRPr>
          </a:p>
        </p:txBody>
      </p:sp>
      <p:pic>
        <p:nvPicPr>
          <p:cNvPr id="63" name="Picture 62">
            <a:extLst>
              <a:ext uri="{FF2B5EF4-FFF2-40B4-BE49-F238E27FC236}">
                <a16:creationId xmlns:a16="http://schemas.microsoft.com/office/drawing/2014/main" id="{E3704792-F9C4-B741-3F30-FF324817973D}"/>
              </a:ext>
            </a:extLst>
          </p:cNvPr>
          <p:cNvPicPr>
            <a:picLocks noChangeAspect="1"/>
          </p:cNvPicPr>
          <p:nvPr/>
        </p:nvPicPr>
        <p:blipFill>
          <a:blip r:embed="rId3"/>
          <a:stretch>
            <a:fillRect/>
          </a:stretch>
        </p:blipFill>
        <p:spPr>
          <a:xfrm>
            <a:off x="373225" y="13532815"/>
            <a:ext cx="3150157" cy="1681142"/>
          </a:xfrm>
          <a:prstGeom prst="rect">
            <a:avLst/>
          </a:prstGeom>
        </p:spPr>
      </p:pic>
      <p:sp>
        <p:nvSpPr>
          <p:cNvPr id="65" name="TextBox 64">
            <a:extLst>
              <a:ext uri="{FF2B5EF4-FFF2-40B4-BE49-F238E27FC236}">
                <a16:creationId xmlns:a16="http://schemas.microsoft.com/office/drawing/2014/main" id="{8AC3C4DB-D49E-0236-B2DC-8534AEACDA3F}"/>
              </a:ext>
            </a:extLst>
          </p:cNvPr>
          <p:cNvSpPr txBox="1"/>
          <p:nvPr/>
        </p:nvSpPr>
        <p:spPr>
          <a:xfrm>
            <a:off x="5422206" y="15274561"/>
            <a:ext cx="2143125" cy="429348"/>
          </a:xfrm>
          <a:prstGeom prst="rect">
            <a:avLst/>
          </a:prstGeom>
          <a:noFill/>
        </p:spPr>
        <p:txBody>
          <a:bodyPr wrap="square" rtlCol="0">
            <a:spAutoFit/>
          </a:bodyPr>
          <a:lstStyle/>
          <a:p>
            <a:r>
              <a:rPr lang="en-US" sz="2190" b="1" dirty="0">
                <a:latin typeface="Times New Roman" panose="02020603050405020304" pitchFamily="18" charset="0"/>
                <a:cs typeface="Times New Roman" panose="02020603050405020304" pitchFamily="18" charset="0"/>
              </a:rPr>
              <a:t>Result</a:t>
            </a:r>
            <a:endParaRPr lang="en-IN" sz="2190" b="1"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64584D12-72E0-18B8-DA22-72D21919D62F}"/>
              </a:ext>
            </a:extLst>
          </p:cNvPr>
          <p:cNvSpPr txBox="1"/>
          <p:nvPr/>
        </p:nvSpPr>
        <p:spPr>
          <a:xfrm>
            <a:off x="649444" y="15238519"/>
            <a:ext cx="2707536" cy="429348"/>
          </a:xfrm>
          <a:prstGeom prst="rect">
            <a:avLst/>
          </a:prstGeom>
          <a:noFill/>
        </p:spPr>
        <p:txBody>
          <a:bodyPr wrap="none" rtlCol="0">
            <a:spAutoFit/>
          </a:bodyPr>
          <a:lstStyle/>
          <a:p>
            <a:r>
              <a:rPr lang="en-US" sz="2190" b="1" dirty="0">
                <a:solidFill>
                  <a:schemeClr val="tx1">
                    <a:lumMod val="95000"/>
                    <a:lumOff val="5000"/>
                  </a:schemeClr>
                </a:solidFill>
                <a:latin typeface="Times New Roman" panose="02020603050405020304" pitchFamily="18" charset="0"/>
                <a:cs typeface="Times New Roman" panose="02020603050405020304" pitchFamily="18" charset="0"/>
              </a:rPr>
              <a:t>Milk production rate</a:t>
            </a:r>
            <a:endParaRPr lang="en-IN" sz="2190" dirty="0"/>
          </a:p>
        </p:txBody>
      </p:sp>
      <p:sp>
        <p:nvSpPr>
          <p:cNvPr id="60" name="Arrow: Left 59">
            <a:extLst>
              <a:ext uri="{FF2B5EF4-FFF2-40B4-BE49-F238E27FC236}">
                <a16:creationId xmlns:a16="http://schemas.microsoft.com/office/drawing/2014/main" id="{817CD0DE-7BCB-6B37-A46D-0B6D448E0B24}"/>
              </a:ext>
            </a:extLst>
          </p:cNvPr>
          <p:cNvSpPr/>
          <p:nvPr/>
        </p:nvSpPr>
        <p:spPr>
          <a:xfrm>
            <a:off x="3672932" y="14153050"/>
            <a:ext cx="1107977" cy="267337"/>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917</TotalTime>
  <Words>883</Words>
  <Application>Microsoft Office PowerPoint</Application>
  <PresentationFormat>Custom</PresentationFormat>
  <Paragraphs>69</Paragraphs>
  <Slides>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Arial</vt:lpstr>
      <vt:lpstr>Calibri</vt:lpstr>
      <vt:lpstr>Calibri Light</vt:lpstr>
      <vt:lpstr>Times New Roman</vt:lpstr>
      <vt:lpstr>Wingdings</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Ganesh Moorthy</dc:creator>
  <cp:lastModifiedBy>Sandeep Buddi</cp:lastModifiedBy>
  <cp:revision>109</cp:revision>
  <dcterms:created xsi:type="dcterms:W3CDTF">2023-04-19T08:35:00Z</dcterms:created>
  <dcterms:modified xsi:type="dcterms:W3CDTF">2024-04-22T09:04:26Z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653EA4DDE9264B7BBFB9647507C2B0E8</vt:lpwstr>
  </property>
  <property fmtid="{D5CDD505-2E9C-101B-9397-08002B2CF9AE}" pid="3" name="KSOProductBuildVer">
    <vt:lpwstr>1033-11.2.0.11536</vt:lpwstr>
  </property>
</Properties>
</file>